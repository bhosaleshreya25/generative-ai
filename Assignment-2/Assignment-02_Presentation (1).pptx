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61" r:id="rId5"/>
    <p:sldId id="259" r:id="rId6"/>
    <p:sldId id="260"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E26D09-3BA7-4E56-88DD-89893FF5CB56}" v="6" dt="2026-10-31T05:22:55.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uti Bhosale" userId="9d5ce5ea63e20aa1" providerId="LiveId" clId="{9C94C743-7083-41E9-BB77-51D1AA18171C}"/>
    <pc:docChg chg="undo custSel addSld modSld">
      <pc:chgData name="Shruti Bhosale" userId="9d5ce5ea63e20aa1" providerId="LiveId" clId="{9C94C743-7083-41E9-BB77-51D1AA18171C}" dt="2026-10-31T05:22:55.922" v="387" actId="207"/>
      <pc:docMkLst>
        <pc:docMk/>
      </pc:docMkLst>
      <pc:sldChg chg="addSp delSp modSp mod">
        <pc:chgData name="Shruti Bhosale" userId="9d5ce5ea63e20aa1" providerId="LiveId" clId="{9C94C743-7083-41E9-BB77-51D1AA18171C}" dt="2026-10-31T05:21:52.973" v="386" actId="1076"/>
        <pc:sldMkLst>
          <pc:docMk/>
          <pc:sldMk cId="0" sldId="256"/>
        </pc:sldMkLst>
        <pc:spChg chg="mod">
          <ac:chgData name="Shruti Bhosale" userId="9d5ce5ea63e20aa1" providerId="LiveId" clId="{9C94C743-7083-41E9-BB77-51D1AA18171C}" dt="2026-10-31T04:49:56.397" v="279" actId="1076"/>
          <ac:spMkLst>
            <pc:docMk/>
            <pc:sldMk cId="0" sldId="256"/>
            <ac:spMk id="2" creationId="{00000000-0000-0000-0000-000000000000}"/>
          </ac:spMkLst>
        </pc:spChg>
        <pc:spChg chg="mod">
          <ac:chgData name="Shruti Bhosale" userId="9d5ce5ea63e20aa1" providerId="LiveId" clId="{9C94C743-7083-41E9-BB77-51D1AA18171C}" dt="2026-10-31T04:49:51.324" v="278" actId="1076"/>
          <ac:spMkLst>
            <pc:docMk/>
            <pc:sldMk cId="0" sldId="256"/>
            <ac:spMk id="3" creationId="{00000000-0000-0000-0000-000000000000}"/>
          </ac:spMkLst>
        </pc:spChg>
        <pc:spChg chg="mod">
          <ac:chgData name="Shruti Bhosale" userId="9d5ce5ea63e20aa1" providerId="LiveId" clId="{9C94C743-7083-41E9-BB77-51D1AA18171C}" dt="2026-10-31T04:45:34.569" v="223" actId="6549"/>
          <ac:spMkLst>
            <pc:docMk/>
            <pc:sldMk cId="0" sldId="256"/>
            <ac:spMk id="4" creationId="{00000000-0000-0000-0000-000000000000}"/>
          </ac:spMkLst>
        </pc:spChg>
        <pc:spChg chg="mod">
          <ac:chgData name="Shruti Bhosale" userId="9d5ce5ea63e20aa1" providerId="LiveId" clId="{9C94C743-7083-41E9-BB77-51D1AA18171C}" dt="2026-10-31T04:46:46.061" v="235" actId="1076"/>
          <ac:spMkLst>
            <pc:docMk/>
            <pc:sldMk cId="0" sldId="256"/>
            <ac:spMk id="5" creationId="{00000000-0000-0000-0000-000000000000}"/>
          </ac:spMkLst>
        </pc:spChg>
        <pc:spChg chg="mod">
          <ac:chgData name="Shruti Bhosale" userId="9d5ce5ea63e20aa1" providerId="LiveId" clId="{9C94C743-7083-41E9-BB77-51D1AA18171C}" dt="2026-10-31T04:48:56.970" v="269" actId="1076"/>
          <ac:spMkLst>
            <pc:docMk/>
            <pc:sldMk cId="0" sldId="256"/>
            <ac:spMk id="6" creationId="{00000000-0000-0000-0000-000000000000}"/>
          </ac:spMkLst>
        </pc:spChg>
        <pc:spChg chg="del">
          <ac:chgData name="Shruti Bhosale" userId="9d5ce5ea63e20aa1" providerId="LiveId" clId="{9C94C743-7083-41E9-BB77-51D1AA18171C}" dt="2026-10-31T04:39:50.459" v="180" actId="478"/>
          <ac:spMkLst>
            <pc:docMk/>
            <pc:sldMk cId="0" sldId="256"/>
            <ac:spMk id="8" creationId="{00000000-0000-0000-0000-000000000000}"/>
          </ac:spMkLst>
        </pc:spChg>
        <pc:spChg chg="mod">
          <ac:chgData name="Shruti Bhosale" userId="9d5ce5ea63e20aa1" providerId="LiveId" clId="{9C94C743-7083-41E9-BB77-51D1AA18171C}" dt="2026-10-31T04:40:03.624" v="186" actId="6549"/>
          <ac:spMkLst>
            <pc:docMk/>
            <pc:sldMk cId="0" sldId="256"/>
            <ac:spMk id="9" creationId="{00000000-0000-0000-0000-000000000000}"/>
          </ac:spMkLst>
        </pc:spChg>
        <pc:spChg chg="del">
          <ac:chgData name="Shruti Bhosale" userId="9d5ce5ea63e20aa1" providerId="LiveId" clId="{9C94C743-7083-41E9-BB77-51D1AA18171C}" dt="2026-10-31T04:39:59.588" v="185" actId="478"/>
          <ac:spMkLst>
            <pc:docMk/>
            <pc:sldMk cId="0" sldId="256"/>
            <ac:spMk id="10" creationId="{00000000-0000-0000-0000-000000000000}"/>
          </ac:spMkLst>
        </pc:spChg>
        <pc:spChg chg="mod">
          <ac:chgData name="Shruti Bhosale" userId="9d5ce5ea63e20aa1" providerId="LiveId" clId="{9C94C743-7083-41E9-BB77-51D1AA18171C}" dt="2026-10-31T04:40:06.851" v="187" actId="6549"/>
          <ac:spMkLst>
            <pc:docMk/>
            <pc:sldMk cId="0" sldId="256"/>
            <ac:spMk id="11" creationId="{00000000-0000-0000-0000-000000000000}"/>
          </ac:spMkLst>
        </pc:spChg>
        <pc:spChg chg="del">
          <ac:chgData name="Shruti Bhosale" userId="9d5ce5ea63e20aa1" providerId="LiveId" clId="{9C94C743-7083-41E9-BB77-51D1AA18171C}" dt="2026-10-31T04:39:53.551" v="182" actId="478"/>
          <ac:spMkLst>
            <pc:docMk/>
            <pc:sldMk cId="0" sldId="256"/>
            <ac:spMk id="12" creationId="{00000000-0000-0000-0000-000000000000}"/>
          </ac:spMkLst>
        </pc:spChg>
        <pc:spChg chg="mod">
          <ac:chgData name="Shruti Bhosale" userId="9d5ce5ea63e20aa1" providerId="LiveId" clId="{9C94C743-7083-41E9-BB77-51D1AA18171C}" dt="2026-10-31T04:40:08.759" v="188" actId="20577"/>
          <ac:spMkLst>
            <pc:docMk/>
            <pc:sldMk cId="0" sldId="256"/>
            <ac:spMk id="13" creationId="{00000000-0000-0000-0000-000000000000}"/>
          </ac:spMkLst>
        </pc:spChg>
        <pc:spChg chg="del">
          <ac:chgData name="Shruti Bhosale" userId="9d5ce5ea63e20aa1" providerId="LiveId" clId="{9C94C743-7083-41E9-BB77-51D1AA18171C}" dt="2026-10-31T04:39:57.541" v="184" actId="478"/>
          <ac:spMkLst>
            <pc:docMk/>
            <pc:sldMk cId="0" sldId="256"/>
            <ac:spMk id="14" creationId="{00000000-0000-0000-0000-000000000000}"/>
          </ac:spMkLst>
        </pc:spChg>
        <pc:spChg chg="mod">
          <ac:chgData name="Shruti Bhosale" userId="9d5ce5ea63e20aa1" providerId="LiveId" clId="{9C94C743-7083-41E9-BB77-51D1AA18171C}" dt="2026-10-31T04:40:10.863" v="189" actId="20577"/>
          <ac:spMkLst>
            <pc:docMk/>
            <pc:sldMk cId="0" sldId="256"/>
            <ac:spMk id="15" creationId="{00000000-0000-0000-0000-000000000000}"/>
          </ac:spMkLst>
        </pc:spChg>
        <pc:spChg chg="mod">
          <ac:chgData name="Shruti Bhosale" userId="9d5ce5ea63e20aa1" providerId="LiveId" clId="{9C94C743-7083-41E9-BB77-51D1AA18171C}" dt="2026-10-31T04:49:41.344" v="276" actId="1076"/>
          <ac:spMkLst>
            <pc:docMk/>
            <pc:sldMk cId="0" sldId="256"/>
            <ac:spMk id="16" creationId="{00000000-0000-0000-0000-000000000000}"/>
          </ac:spMkLst>
        </pc:spChg>
        <pc:spChg chg="mod">
          <ac:chgData name="Shruti Bhosale" userId="9d5ce5ea63e20aa1" providerId="LiveId" clId="{9C94C743-7083-41E9-BB77-51D1AA18171C}" dt="2026-10-31T04:42:25.663" v="207" actId="20577"/>
          <ac:spMkLst>
            <pc:docMk/>
            <pc:sldMk cId="0" sldId="256"/>
            <ac:spMk id="17" creationId="{00000000-0000-0000-0000-000000000000}"/>
          </ac:spMkLst>
        </pc:spChg>
        <pc:spChg chg="add del mod">
          <ac:chgData name="Shruti Bhosale" userId="9d5ce5ea63e20aa1" providerId="LiveId" clId="{9C94C743-7083-41E9-BB77-51D1AA18171C}" dt="2026-10-31T04:41:04.402" v="195" actId="478"/>
          <ac:spMkLst>
            <pc:docMk/>
            <pc:sldMk cId="0" sldId="256"/>
            <ac:spMk id="18" creationId="{8DF29D41-8041-FCC6-1779-1C9825DDDCB8}"/>
          </ac:spMkLst>
        </pc:spChg>
        <pc:spChg chg="add del mod">
          <ac:chgData name="Shruti Bhosale" userId="9d5ce5ea63e20aa1" providerId="LiveId" clId="{9C94C743-7083-41E9-BB77-51D1AA18171C}" dt="2026-10-31T04:42:27.976" v="210"/>
          <ac:spMkLst>
            <pc:docMk/>
            <pc:sldMk cId="0" sldId="256"/>
            <ac:spMk id="19" creationId="{7AF3508A-DFC3-5286-DA58-3CA2F4810F7E}"/>
          </ac:spMkLst>
        </pc:spChg>
        <pc:spChg chg="add del mod">
          <ac:chgData name="Shruti Bhosale" userId="9d5ce5ea63e20aa1" providerId="LiveId" clId="{9C94C743-7083-41E9-BB77-51D1AA18171C}" dt="2026-10-31T04:46:03.794" v="225" actId="478"/>
          <ac:spMkLst>
            <pc:docMk/>
            <pc:sldMk cId="0" sldId="256"/>
            <ac:spMk id="21" creationId="{0ED2FB9B-5F4D-A79B-A368-61C1ACDE9CC8}"/>
          </ac:spMkLst>
        </pc:spChg>
        <pc:spChg chg="add mod">
          <ac:chgData name="Shruti Bhosale" userId="9d5ce5ea63e20aa1" providerId="LiveId" clId="{9C94C743-7083-41E9-BB77-51D1AA18171C}" dt="2026-10-31T04:49:07.714" v="270" actId="255"/>
          <ac:spMkLst>
            <pc:docMk/>
            <pc:sldMk cId="0" sldId="256"/>
            <ac:spMk id="25" creationId="{4960F95E-53A5-5BB4-FF3C-C7FAA4CC53A8}"/>
          </ac:spMkLst>
        </pc:spChg>
        <pc:picChg chg="mod">
          <ac:chgData name="Shruti Bhosale" userId="9d5ce5ea63e20aa1" providerId="LiveId" clId="{9C94C743-7083-41E9-BB77-51D1AA18171C}" dt="2026-10-31T04:48:51.224" v="268" actId="1076"/>
          <ac:picMkLst>
            <pc:docMk/>
            <pc:sldMk cId="0" sldId="256"/>
            <ac:picMk id="7" creationId="{00000000-0000-0000-0000-000000000000}"/>
          </ac:picMkLst>
        </pc:picChg>
        <pc:picChg chg="add mod">
          <ac:chgData name="Shruti Bhosale" userId="9d5ce5ea63e20aa1" providerId="LiveId" clId="{9C94C743-7083-41E9-BB77-51D1AA18171C}" dt="2026-10-31T05:21:52.973" v="386" actId="1076"/>
          <ac:picMkLst>
            <pc:docMk/>
            <pc:sldMk cId="0" sldId="256"/>
            <ac:picMk id="23" creationId="{1CCF4910-5FE5-7B1F-8915-B089AF60E280}"/>
          </ac:picMkLst>
        </pc:picChg>
      </pc:sldChg>
      <pc:sldChg chg="modSp">
        <pc:chgData name="Shruti Bhosale" userId="9d5ce5ea63e20aa1" providerId="LiveId" clId="{9C94C743-7083-41E9-BB77-51D1AA18171C}" dt="2026-10-31T05:22:55.922" v="387" actId="207"/>
        <pc:sldMkLst>
          <pc:docMk/>
          <pc:sldMk cId="0" sldId="258"/>
        </pc:sldMkLst>
        <pc:graphicFrameChg chg="mod">
          <ac:chgData name="Shruti Bhosale" userId="9d5ce5ea63e20aa1" providerId="LiveId" clId="{9C94C743-7083-41E9-BB77-51D1AA18171C}" dt="2026-10-31T05:22:55.922" v="387" actId="207"/>
          <ac:graphicFrameMkLst>
            <pc:docMk/>
            <pc:sldMk cId="0" sldId="258"/>
            <ac:graphicFrameMk id="5" creationId="{00000000-0000-0000-0000-000000000000}"/>
          </ac:graphicFrameMkLst>
        </pc:graphicFrameChg>
      </pc:sldChg>
      <pc:sldChg chg="modSp">
        <pc:chgData name="Shruti Bhosale" userId="9d5ce5ea63e20aa1" providerId="LiveId" clId="{9C94C743-7083-41E9-BB77-51D1AA18171C}" dt="2026-10-31T05:00:58.500" v="332" actId="2710"/>
        <pc:sldMkLst>
          <pc:docMk/>
          <pc:sldMk cId="0" sldId="259"/>
        </pc:sldMkLst>
        <pc:spChg chg="mod">
          <ac:chgData name="Shruti Bhosale" userId="9d5ce5ea63e20aa1" providerId="LiveId" clId="{9C94C743-7083-41E9-BB77-51D1AA18171C}" dt="2026-10-31T05:00:58.500" v="332" actId="2710"/>
          <ac:spMkLst>
            <pc:docMk/>
            <pc:sldMk cId="0" sldId="259"/>
            <ac:spMk id="2" creationId="{00000000-0000-0000-0000-000000000000}"/>
          </ac:spMkLst>
        </pc:spChg>
        <pc:spChg chg="mod">
          <ac:chgData name="Shruti Bhosale" userId="9d5ce5ea63e20aa1" providerId="LiveId" clId="{9C94C743-7083-41E9-BB77-51D1AA18171C}" dt="2026-10-31T05:00:58.500" v="332" actId="2710"/>
          <ac:spMkLst>
            <pc:docMk/>
            <pc:sldMk cId="0" sldId="259"/>
            <ac:spMk id="5" creationId="{00000000-0000-0000-0000-000000000000}"/>
          </ac:spMkLst>
        </pc:spChg>
        <pc:spChg chg="mod">
          <ac:chgData name="Shruti Bhosale" userId="9d5ce5ea63e20aa1" providerId="LiveId" clId="{9C94C743-7083-41E9-BB77-51D1AA18171C}" dt="2026-10-31T05:00:58.500" v="332" actId="2710"/>
          <ac:spMkLst>
            <pc:docMk/>
            <pc:sldMk cId="0" sldId="259"/>
            <ac:spMk id="6" creationId="{00000000-0000-0000-0000-000000000000}"/>
          </ac:spMkLst>
        </pc:spChg>
        <pc:spChg chg="mod">
          <ac:chgData name="Shruti Bhosale" userId="9d5ce5ea63e20aa1" providerId="LiveId" clId="{9C94C743-7083-41E9-BB77-51D1AA18171C}" dt="2026-10-31T05:00:58.500" v="332" actId="2710"/>
          <ac:spMkLst>
            <pc:docMk/>
            <pc:sldMk cId="0" sldId="259"/>
            <ac:spMk id="8" creationId="{00000000-0000-0000-0000-000000000000}"/>
          </ac:spMkLst>
        </pc:spChg>
        <pc:spChg chg="mod">
          <ac:chgData name="Shruti Bhosale" userId="9d5ce5ea63e20aa1" providerId="LiveId" clId="{9C94C743-7083-41E9-BB77-51D1AA18171C}" dt="2026-10-31T05:00:58.500" v="332" actId="2710"/>
          <ac:spMkLst>
            <pc:docMk/>
            <pc:sldMk cId="0" sldId="259"/>
            <ac:spMk id="9" creationId="{00000000-0000-0000-0000-000000000000}"/>
          </ac:spMkLst>
        </pc:spChg>
        <pc:spChg chg="mod">
          <ac:chgData name="Shruti Bhosale" userId="9d5ce5ea63e20aa1" providerId="LiveId" clId="{9C94C743-7083-41E9-BB77-51D1AA18171C}" dt="2026-10-31T05:00:58.500" v="332" actId="2710"/>
          <ac:spMkLst>
            <pc:docMk/>
            <pc:sldMk cId="0" sldId="259"/>
            <ac:spMk id="25" creationId="{00000000-0000-0000-0000-000000000000}"/>
          </ac:spMkLst>
        </pc:spChg>
        <pc:graphicFrameChg chg="mod">
          <ac:chgData name="Shruti Bhosale" userId="9d5ce5ea63e20aa1" providerId="LiveId" clId="{9C94C743-7083-41E9-BB77-51D1AA18171C}" dt="2026-10-31T05:00:58.500" v="332" actId="2710"/>
          <ac:graphicFrameMkLst>
            <pc:docMk/>
            <pc:sldMk cId="0" sldId="259"/>
            <ac:graphicFrameMk id="7" creationId="{00000000-0000-0000-0000-000000000000}"/>
          </ac:graphicFrameMkLst>
        </pc:graphicFrameChg>
        <pc:picChg chg="mod">
          <ac:chgData name="Shruti Bhosale" userId="9d5ce5ea63e20aa1" providerId="LiveId" clId="{9C94C743-7083-41E9-BB77-51D1AA18171C}" dt="2026-10-31T05:00:58.500" v="332" actId="2710"/>
          <ac:picMkLst>
            <pc:docMk/>
            <pc:sldMk cId="0" sldId="259"/>
            <ac:picMk id="3" creationId="{00000000-0000-0000-0000-000000000000}"/>
          </ac:picMkLst>
        </pc:picChg>
        <pc:picChg chg="mod">
          <ac:chgData name="Shruti Bhosale" userId="9d5ce5ea63e20aa1" providerId="LiveId" clId="{9C94C743-7083-41E9-BB77-51D1AA18171C}" dt="2026-10-31T05:00:58.500" v="332" actId="2710"/>
          <ac:picMkLst>
            <pc:docMk/>
            <pc:sldMk cId="0" sldId="259"/>
            <ac:picMk id="4" creationId="{00000000-0000-0000-0000-000000000000}"/>
          </ac:picMkLst>
        </pc:picChg>
      </pc:sldChg>
      <pc:sldChg chg="modSp mod">
        <pc:chgData name="Shruti Bhosale" userId="9d5ce5ea63e20aa1" providerId="LiveId" clId="{9C94C743-7083-41E9-BB77-51D1AA18171C}" dt="2026-10-31T05:06:23.724" v="385" actId="1076"/>
        <pc:sldMkLst>
          <pc:docMk/>
          <pc:sldMk cId="0" sldId="260"/>
        </pc:sldMkLst>
        <pc:spChg chg="mod">
          <ac:chgData name="Shruti Bhosale" userId="9d5ce5ea63e20aa1" providerId="LiveId" clId="{9C94C743-7083-41E9-BB77-51D1AA18171C}" dt="2026-10-31T04:59:47.758" v="324" actId="2710"/>
          <ac:spMkLst>
            <pc:docMk/>
            <pc:sldMk cId="0" sldId="260"/>
            <ac:spMk id="2" creationId="{00000000-0000-0000-0000-000000000000}"/>
          </ac:spMkLst>
        </pc:spChg>
        <pc:spChg chg="mod">
          <ac:chgData name="Shruti Bhosale" userId="9d5ce5ea63e20aa1" providerId="LiveId" clId="{9C94C743-7083-41E9-BB77-51D1AA18171C}" dt="2026-10-31T05:05:51.877" v="381" actId="1076"/>
          <ac:spMkLst>
            <pc:docMk/>
            <pc:sldMk cId="0" sldId="260"/>
            <ac:spMk id="3" creationId="{00000000-0000-0000-0000-000000000000}"/>
          </ac:spMkLst>
        </pc:spChg>
        <pc:spChg chg="mod">
          <ac:chgData name="Shruti Bhosale" userId="9d5ce5ea63e20aa1" providerId="LiveId" clId="{9C94C743-7083-41E9-BB77-51D1AA18171C}" dt="2026-10-31T04:59:47.758" v="324" actId="2710"/>
          <ac:spMkLst>
            <pc:docMk/>
            <pc:sldMk cId="0" sldId="260"/>
            <ac:spMk id="5" creationId="{00000000-0000-0000-0000-000000000000}"/>
          </ac:spMkLst>
        </pc:spChg>
        <pc:spChg chg="mod">
          <ac:chgData name="Shruti Bhosale" userId="9d5ce5ea63e20aa1" providerId="LiveId" clId="{9C94C743-7083-41E9-BB77-51D1AA18171C}" dt="2026-10-31T05:05:57.574" v="382" actId="1076"/>
          <ac:spMkLst>
            <pc:docMk/>
            <pc:sldMk cId="0" sldId="260"/>
            <ac:spMk id="6" creationId="{00000000-0000-0000-0000-000000000000}"/>
          </ac:spMkLst>
        </pc:spChg>
        <pc:spChg chg="mod">
          <ac:chgData name="Shruti Bhosale" userId="9d5ce5ea63e20aa1" providerId="LiveId" clId="{9C94C743-7083-41E9-BB77-51D1AA18171C}" dt="2026-10-31T04:59:47.758" v="324" actId="2710"/>
          <ac:spMkLst>
            <pc:docMk/>
            <pc:sldMk cId="0" sldId="260"/>
            <ac:spMk id="9" creationId="{00000000-0000-0000-0000-000000000000}"/>
          </ac:spMkLst>
        </pc:spChg>
        <pc:spChg chg="mod">
          <ac:chgData name="Shruti Bhosale" userId="9d5ce5ea63e20aa1" providerId="LiveId" clId="{9C94C743-7083-41E9-BB77-51D1AA18171C}" dt="2026-10-31T05:06:08.295" v="383" actId="1076"/>
          <ac:spMkLst>
            <pc:docMk/>
            <pc:sldMk cId="0" sldId="260"/>
            <ac:spMk id="10" creationId="{00000000-0000-0000-0000-000000000000}"/>
          </ac:spMkLst>
        </pc:spChg>
        <pc:spChg chg="mod">
          <ac:chgData name="Shruti Bhosale" userId="9d5ce5ea63e20aa1" providerId="LiveId" clId="{9C94C743-7083-41E9-BB77-51D1AA18171C}" dt="2026-10-31T05:06:13.217" v="384" actId="1076"/>
          <ac:spMkLst>
            <pc:docMk/>
            <pc:sldMk cId="0" sldId="260"/>
            <ac:spMk id="11" creationId="{00000000-0000-0000-0000-000000000000}"/>
          </ac:spMkLst>
        </pc:spChg>
        <pc:spChg chg="mod">
          <ac:chgData name="Shruti Bhosale" userId="9d5ce5ea63e20aa1" providerId="LiveId" clId="{9C94C743-7083-41E9-BB77-51D1AA18171C}" dt="2026-10-31T04:59:47.758" v="324" actId="2710"/>
          <ac:spMkLst>
            <pc:docMk/>
            <pc:sldMk cId="0" sldId="260"/>
            <ac:spMk id="13" creationId="{00000000-0000-0000-0000-000000000000}"/>
          </ac:spMkLst>
        </pc:spChg>
        <pc:spChg chg="mod">
          <ac:chgData name="Shruti Bhosale" userId="9d5ce5ea63e20aa1" providerId="LiveId" clId="{9C94C743-7083-41E9-BB77-51D1AA18171C}" dt="2026-10-31T05:06:23.724" v="385" actId="1076"/>
          <ac:spMkLst>
            <pc:docMk/>
            <pc:sldMk cId="0" sldId="260"/>
            <ac:spMk id="14" creationId="{00000000-0000-0000-0000-000000000000}"/>
          </ac:spMkLst>
        </pc:spChg>
        <pc:spChg chg="mod">
          <ac:chgData name="Shruti Bhosale" userId="9d5ce5ea63e20aa1" providerId="LiveId" clId="{9C94C743-7083-41E9-BB77-51D1AA18171C}" dt="2026-10-31T04:59:47.758" v="324" actId="2710"/>
          <ac:spMkLst>
            <pc:docMk/>
            <pc:sldMk cId="0" sldId="260"/>
            <ac:spMk id="17" creationId="{00000000-0000-0000-0000-000000000000}"/>
          </ac:spMkLst>
        </pc:spChg>
        <pc:spChg chg="mod">
          <ac:chgData name="Shruti Bhosale" userId="9d5ce5ea63e20aa1" providerId="LiveId" clId="{9C94C743-7083-41E9-BB77-51D1AA18171C}" dt="2026-10-31T04:59:47.758" v="324" actId="2710"/>
          <ac:spMkLst>
            <pc:docMk/>
            <pc:sldMk cId="0" sldId="260"/>
            <ac:spMk id="18" creationId="{00000000-0000-0000-0000-000000000000}"/>
          </ac:spMkLst>
        </pc:spChg>
        <pc:spChg chg="mod">
          <ac:chgData name="Shruti Bhosale" userId="9d5ce5ea63e20aa1" providerId="LiveId" clId="{9C94C743-7083-41E9-BB77-51D1AA18171C}" dt="2026-10-31T04:59:47.758" v="324" actId="2710"/>
          <ac:spMkLst>
            <pc:docMk/>
            <pc:sldMk cId="0" sldId="260"/>
            <ac:spMk id="25" creationId="{00000000-0000-0000-0000-000000000000}"/>
          </ac:spMkLst>
        </pc:spChg>
      </pc:sldChg>
      <pc:sldChg chg="addSp modSp new mod">
        <pc:chgData name="Shruti Bhosale" userId="9d5ce5ea63e20aa1" providerId="LiveId" clId="{9C94C743-7083-41E9-BB77-51D1AA18171C}" dt="2026-10-31T05:05:35.890" v="379" actId="1076"/>
        <pc:sldMkLst>
          <pc:docMk/>
          <pc:sldMk cId="4042972654" sldId="261"/>
        </pc:sldMkLst>
        <pc:spChg chg="mod">
          <ac:chgData name="Shruti Bhosale" userId="9d5ce5ea63e20aa1" providerId="LiveId" clId="{9C94C743-7083-41E9-BB77-51D1AA18171C}" dt="2026-10-31T05:05:35.890" v="379" actId="1076"/>
          <ac:spMkLst>
            <pc:docMk/>
            <pc:sldMk cId="4042972654" sldId="261"/>
            <ac:spMk id="2" creationId="{2FD566EF-BAF2-B486-0823-2EA2E9D60D4F}"/>
          </ac:spMkLst>
        </pc:spChg>
        <pc:picChg chg="add mod">
          <ac:chgData name="Shruti Bhosale" userId="9d5ce5ea63e20aa1" providerId="LiveId" clId="{9C94C743-7083-41E9-BB77-51D1AA18171C}" dt="2026-10-31T05:05:10.595" v="378" actId="14100"/>
          <ac:picMkLst>
            <pc:docMk/>
            <pc:sldMk cId="4042972654" sldId="261"/>
            <ac:picMk id="4" creationId="{F11C4AA8-7439-CF24-8C78-DFE74154C9B6}"/>
          </ac:picMkLst>
        </pc:picChg>
        <pc:picChg chg="add mod">
          <ac:chgData name="Shruti Bhosale" userId="9d5ce5ea63e20aa1" providerId="LiveId" clId="{9C94C743-7083-41E9-BB77-51D1AA18171C}" dt="2026-10-31T05:05:04.457" v="377" actId="14100"/>
          <ac:picMkLst>
            <pc:docMk/>
            <pc:sldMk cId="4042972654" sldId="261"/>
            <ac:picMk id="6" creationId="{2915C8C1-5220-47E0-B7A4-9B530C606BB1}"/>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A38"/>
                </a:solidFill>
                <a:latin typeface="+mn-lt"/>
              </a:defRPr>
            </a:pPr>
            <a:r>
              <a:rPr lang="en-IN" sz="1200" b="0" i="0" u="none" strike="noStrike">
                <a:solidFill>
                  <a:srgbClr val="1E2A38"/>
                </a:solidFill>
                <a:latin typeface="+mn-lt"/>
              </a:rPr>
              <a:t>Lower is better</a:t>
            </a:r>
          </a:p>
        </c:rich>
      </c:tx>
      <c:overlay val="0"/>
    </c:title>
    <c:autoTitleDeleted val="0"/>
    <c:plotArea>
      <c:layout/>
      <c:barChart>
        <c:barDir val="col"/>
        <c:grouping val="clustered"/>
        <c:varyColors val="0"/>
        <c:ser>
          <c:idx val="0"/>
          <c:order val="0"/>
          <c:tx>
            <c:strRef>
              <c:f>Sheet1!$B$1</c:f>
              <c:strCache>
                <c:ptCount val="1"/>
                <c:pt idx="0">
                  <c:v>AE</c:v>
                </c:pt>
              </c:strCache>
            </c:strRef>
          </c:tx>
          <c:spPr>
            <a:solidFill>
              <a:srgbClr val="3A6EA5"/>
            </a:solidFill>
            <a:effectLst/>
          </c:spPr>
          <c:invertIfNegative val="0"/>
          <c:dLbls>
            <c:numFmt formatCode="0.0000" sourceLinked="0"/>
            <c:spPr>
              <a:noFill/>
              <a:ln>
                <a:noFill/>
              </a:ln>
              <a:effectLst/>
            </c:spPr>
            <c:txPr>
              <a:bodyPr/>
              <a:lstStyle/>
              <a:p>
                <a:pPr>
                  <a:defRPr sz="1000" b="0" i="0" u="none" strike="noStrike">
                    <a:solidFill>
                      <a:srgbClr val="1E2A3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MSE</c:v>
                </c:pt>
                <c:pt idx="1">
                  <c:v>Test MAE</c:v>
                </c:pt>
              </c:strCache>
            </c:strRef>
          </c:cat>
          <c:val>
            <c:numRef>
              <c:f>Sheet1!$B$2:$B$3</c:f>
              <c:numCache>
                <c:formatCode>General</c:formatCode>
                <c:ptCount val="2"/>
                <c:pt idx="0">
                  <c:v>6.4000000000000003E-3</c:v>
                </c:pt>
                <c:pt idx="1">
                  <c:v>3.9800000000000002E-2</c:v>
                </c:pt>
              </c:numCache>
            </c:numRef>
          </c:val>
          <c:extLst>
            <c:ext xmlns:c16="http://schemas.microsoft.com/office/drawing/2014/chart" uri="{C3380CC4-5D6E-409C-BE32-E72D297353CC}">
              <c16:uniqueId val="{00000000-AFF5-4532-8177-1C4142DC3B61}"/>
            </c:ext>
          </c:extLst>
        </c:ser>
        <c:ser>
          <c:idx val="1"/>
          <c:order val="1"/>
          <c:tx>
            <c:strRef>
              <c:f>Sheet1!$C$1</c:f>
              <c:strCache>
                <c:ptCount val="1"/>
                <c:pt idx="0">
                  <c:v>VAE</c:v>
                </c:pt>
              </c:strCache>
            </c:strRef>
          </c:tx>
          <c:spPr>
            <a:solidFill>
              <a:schemeClr val="accent2">
                <a:lumMod val="60000"/>
                <a:lumOff val="40000"/>
              </a:schemeClr>
            </a:solidFill>
            <a:effectLst/>
          </c:spPr>
          <c:invertIfNegative val="0"/>
          <c:dLbls>
            <c:numFmt formatCode="0.0000" sourceLinked="0"/>
            <c:spPr>
              <a:noFill/>
              <a:ln>
                <a:noFill/>
              </a:ln>
              <a:effectLst/>
            </c:spPr>
            <c:txPr>
              <a:bodyPr/>
              <a:lstStyle/>
              <a:p>
                <a:pPr>
                  <a:defRPr sz="1000" b="0" i="0" u="none" strike="noStrike">
                    <a:solidFill>
                      <a:srgbClr val="1E2A38"/>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MSE</c:v>
                </c:pt>
                <c:pt idx="1">
                  <c:v>Test MAE</c:v>
                </c:pt>
              </c:strCache>
            </c:strRef>
          </c:cat>
          <c:val>
            <c:numRef>
              <c:f>Sheet1!$C$2:$C$3</c:f>
              <c:numCache>
                <c:formatCode>General</c:formatCode>
                <c:ptCount val="2"/>
                <c:pt idx="0">
                  <c:v>9.2999999999999992E-3</c:v>
                </c:pt>
                <c:pt idx="1">
                  <c:v>4.7699999999999999E-2</c:v>
                </c:pt>
              </c:numCache>
            </c:numRef>
          </c:val>
          <c:extLst>
            <c:ext xmlns:c16="http://schemas.microsoft.com/office/drawing/2014/chart" uri="{C3380CC4-5D6E-409C-BE32-E72D297353CC}">
              <c16:uniqueId val="{00000001-AFF5-4532-8177-1C4142DC3B6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A38"/>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1E2A3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A38"/>
                </a:solidFill>
                <a:latin typeface="+mn-lt"/>
              </a:defRPr>
            </a:pPr>
            <a:r>
              <a:rPr lang="en-IN" sz="1200" b="0" i="0" u="none" strike="noStrike">
                <a:solidFill>
                  <a:srgbClr val="1E2A38"/>
                </a:solidFill>
                <a:latin typeface="+mn-lt"/>
              </a:rPr>
              <a:t>DCGAN loss per epoch</a:t>
            </a:r>
          </a:p>
        </c:rich>
      </c:tx>
      <c:overlay val="0"/>
    </c:title>
    <c:autoTitleDeleted val="0"/>
    <c:plotArea>
      <c:layout/>
      <c:lineChart>
        <c:grouping val="standard"/>
        <c:varyColors val="0"/>
        <c:ser>
          <c:idx val="0"/>
          <c:order val="0"/>
          <c:tx>
            <c:strRef>
              <c:f>Sheet1!$B$1</c:f>
              <c:strCache>
                <c:ptCount val="1"/>
                <c:pt idx="0">
                  <c:v>Generator</c:v>
                </c:pt>
              </c:strCache>
            </c:strRef>
          </c:tx>
          <c:spPr>
            <a:ln w="25400" cap="flat">
              <a:solidFill>
                <a:srgbClr val="2F7F86"/>
              </a:solidFill>
              <a:prstDash val="solid"/>
              <a:round/>
            </a:ln>
            <a:effectLst/>
          </c:spPr>
          <c:marker>
            <c:symbol val="circle"/>
            <c:size val="5"/>
            <c:spPr>
              <a:solidFill>
                <a:srgbClr val="2F7F86"/>
              </a:solidFill>
              <a:ln w="9525" cap="flat">
                <a:solidFill>
                  <a:srgbClr val="2F7F86"/>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0.70899999999999996</c:v>
                </c:pt>
                <c:pt idx="1">
                  <c:v>0.79800000000000004</c:v>
                </c:pt>
                <c:pt idx="2">
                  <c:v>0.89429999999999998</c:v>
                </c:pt>
                <c:pt idx="3">
                  <c:v>0.82250000000000001</c:v>
                </c:pt>
                <c:pt idx="4">
                  <c:v>0.79900000000000004</c:v>
                </c:pt>
                <c:pt idx="5">
                  <c:v>0.78490000000000004</c:v>
                </c:pt>
                <c:pt idx="6">
                  <c:v>0.77769999999999995</c:v>
                </c:pt>
                <c:pt idx="7">
                  <c:v>0.77559999999999996</c:v>
                </c:pt>
                <c:pt idx="8">
                  <c:v>0.77690000000000003</c:v>
                </c:pt>
                <c:pt idx="9">
                  <c:v>0.77829999999999999</c:v>
                </c:pt>
                <c:pt idx="10">
                  <c:v>0.7823</c:v>
                </c:pt>
                <c:pt idx="11">
                  <c:v>0.78339999999999999</c:v>
                </c:pt>
                <c:pt idx="12">
                  <c:v>0.7823</c:v>
                </c:pt>
                <c:pt idx="13">
                  <c:v>0.78269999999999995</c:v>
                </c:pt>
                <c:pt idx="14">
                  <c:v>0.78580000000000005</c:v>
                </c:pt>
              </c:numCache>
            </c:numRef>
          </c:val>
          <c:smooth val="0"/>
          <c:extLst>
            <c:ext xmlns:c16="http://schemas.microsoft.com/office/drawing/2014/chart" uri="{C3380CC4-5D6E-409C-BE32-E72D297353CC}">
              <c16:uniqueId val="{00000000-E8C5-45E4-8B44-3C89FD8DB6AE}"/>
            </c:ext>
          </c:extLst>
        </c:ser>
        <c:ser>
          <c:idx val="1"/>
          <c:order val="1"/>
          <c:tx>
            <c:strRef>
              <c:f>Sheet1!$C$1</c:f>
              <c:strCache>
                <c:ptCount val="1"/>
                <c:pt idx="0">
                  <c:v>Discriminator</c:v>
                </c:pt>
              </c:strCache>
            </c:strRef>
          </c:tx>
          <c:spPr>
            <a:ln w="25400" cap="flat">
              <a:solidFill>
                <a:srgbClr val="B7791F"/>
              </a:solidFill>
              <a:prstDash val="solid"/>
              <a:round/>
            </a:ln>
            <a:effectLst/>
          </c:spPr>
          <c:marker>
            <c:symbol val="circle"/>
            <c:size val="5"/>
            <c:spPr>
              <a:solidFill>
                <a:srgbClr val="B7791F"/>
              </a:solidFill>
              <a:ln w="9525" cap="flat">
                <a:solidFill>
                  <a:srgbClr val="B7791F"/>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1.3407</c:v>
                </c:pt>
                <c:pt idx="1">
                  <c:v>1.244</c:v>
                </c:pt>
                <c:pt idx="2">
                  <c:v>1.1886000000000001</c:v>
                </c:pt>
                <c:pt idx="3">
                  <c:v>1.2676000000000001</c:v>
                </c:pt>
                <c:pt idx="4">
                  <c:v>1.2904</c:v>
                </c:pt>
                <c:pt idx="5">
                  <c:v>1.3072999999999999</c:v>
                </c:pt>
                <c:pt idx="6">
                  <c:v>1.3116000000000001</c:v>
                </c:pt>
                <c:pt idx="7">
                  <c:v>1.3142</c:v>
                </c:pt>
                <c:pt idx="8">
                  <c:v>1.3172999999999999</c:v>
                </c:pt>
                <c:pt idx="9">
                  <c:v>1.3149</c:v>
                </c:pt>
                <c:pt idx="10">
                  <c:v>1.3107</c:v>
                </c:pt>
                <c:pt idx="11">
                  <c:v>1.3105</c:v>
                </c:pt>
                <c:pt idx="12">
                  <c:v>1.3133999999999999</c:v>
                </c:pt>
                <c:pt idx="13">
                  <c:v>1.3158000000000001</c:v>
                </c:pt>
                <c:pt idx="14">
                  <c:v>1.3156000000000001</c:v>
                </c:pt>
              </c:numCache>
            </c:numRef>
          </c:val>
          <c:smooth val="0"/>
          <c:extLst>
            <c:ext xmlns:c16="http://schemas.microsoft.com/office/drawing/2014/chart" uri="{C3380CC4-5D6E-409C-BE32-E72D297353CC}">
              <c16:uniqueId val="{00000001-E8C5-45E4-8B44-3C89FD8DB6A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A38"/>
                </a:solidFill>
                <a:latin typeface="+mn-lt"/>
              </a:defRPr>
            </a:pPr>
            <a:endParaRPr lang="en-US"/>
          </a:p>
        </c:txPr>
        <c:crossAx val="2094734552"/>
        <c:crosses val="autoZero"/>
        <c:auto val="1"/>
        <c:lblAlgn val="ctr"/>
        <c:lblOffset val="100"/>
        <c:noMultiLvlLbl val="1"/>
      </c:catAx>
      <c:valAx>
        <c:axId val="2094734552"/>
        <c:scaling>
          <c:orientation val="minMax"/>
          <c:max val="1.4"/>
          <c:min val="0.6"/>
        </c:scaling>
        <c:delete val="0"/>
        <c:axPos val="l"/>
        <c:majorGridlines>
          <c:spPr>
            <a:ln w="6350" cap="flat">
              <a:solidFill>
                <a:srgbClr val="D9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E2A3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A3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773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Shreya (about 40 sec): Introduce the group and the objective. We compared four generative models: Autoencoder and VAE for image reconstruction (CO3), and DCGAN and a pretrained Stable Diffusion model for image generation (CO4). We ran them in Google Colab on Fashion-MNIST, and Stable Diffusion on a text prompt, and analysed the actual outputs.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Shreya (about 60 sec): Walk the table by column. AE is deterministic compression. VAE adds a probabilistic latent space with KL loss. DCGAN trains two networks against each other. Stable Diffusion removes noise step by step in latent space, guided by a text prompt. Point out the last row: the outputs we actually observed.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Sakshi (about 60 sec): Both models reconstruct the same ten Fashion-MNIST test images. The Autoencoder has lower error, MSE 0.0064 against 0.0093, and keeps more texture. The VAE output is smoother and blurrier because its latent space is regularised by the KL term. Note the caveat: the VAE latent is smaller, so this is a trade-off, and pixel metrics do not fully describe perceptual quality.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Speakers: Shreya (DCGAN) then Dhanashri (Stable Diffusion), about 60 sec: DCGAN generates new 28 by 28 grayscale clothing images from noise. Shirts, boots and trousers are recognisable, but some samples are noisy or distorted. Stable Diffusion, a pretrained latent diffusion model, produced a realistic 512 by 512 sneaker that follows the prompt, though laces and stitching are simplified and it needs far more compute. The comparison is qualitative because data, resolution and conditioning differ.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members share this slide (about 60 sec). Cover AI tools used and the verification steps, then the key learning, then each member states their own contribution. Finish with the main message: the right model depends on the task, reconstruction fidelity versus generative quality, and on available compute.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lstStyle/>
          <a:p>
            <a:pPr marL="0" indent="0">
              <a:buNone/>
            </a:pPr>
            <a:endParaRPr lang="en-US"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rgbClr val="5B6B7F"/>
                </a:solidFill>
                <a:latin typeface="Times New Roman" pitchFamily="34" charset="0"/>
                <a:ea typeface="Times New Roman" pitchFamily="34" charset="-122"/>
                <a:cs typeface="Times New Roman" pitchFamily="34" charset="-120"/>
              </a:rPr>
              <a:t>Generative AI Lab  |  Assignment–02  |  CO3 and CO4</a:t>
            </a:r>
            <a:endParaRPr lang="en-US" sz="1000" dirty="0"/>
          </a:p>
        </p:txBody>
      </p:sp>
      <p:sp>
        <p:nvSpPr>
          <p:cNvPr id="3" name="Text 1"/>
          <p:cNvSpPr>
            <a:spLocks noGrp="1"/>
          </p:cNvSpPr>
          <p:nvPr>
            <p:ph type="title" idx="101" hasCustomPrompt="1"/>
          </p:nvPr>
        </p:nvSpPr>
        <p:spPr>
          <a:xfrm>
            <a:off x="457200" y="274320"/>
            <a:ext cx="8229600" cy="685800"/>
          </a:xfrm>
          <a:prstGeom prst="rect">
            <a:avLst/>
          </a:prstGeom>
          <a:noFill/>
          <a:ln/>
        </p:spPr>
        <p:txBody>
          <a:bodyPr wrap="square" rtlCol="0"/>
          <a:lstStyle>
            <a:lvl1pPr marL="0" indent="0" algn="l">
              <a:buNone/>
              <a:defRPr lang="en-US" sz="3000" b="1" dirty="0">
                <a:solidFill>
                  <a:srgbClr val="1F3A5F"/>
                </a:solidFill>
                <a:latin typeface="Times New Roman" pitchFamily="34" charset="0"/>
                <a:ea typeface="Times New Roman" pitchFamily="34" charset="-122"/>
                <a:cs typeface="Times New Roman"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chart" Target="../charts/char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30936" y="349128"/>
            <a:ext cx="8046720" cy="274320"/>
          </a:xfrm>
          <a:prstGeom prst="rect">
            <a:avLst/>
          </a:prstGeom>
          <a:noFill/>
          <a:ln/>
        </p:spPr>
        <p:txBody>
          <a:bodyPr wrap="square" lIns="0" tIns="0" rIns="0" bIns="0" rtlCol="0" anchor="ctr"/>
          <a:lstStyle/>
          <a:p>
            <a:pPr marL="0" indent="0">
              <a:buNone/>
            </a:pPr>
            <a:r>
              <a:rPr lang="en-US" sz="1600" b="1" dirty="0">
                <a:solidFill>
                  <a:srgbClr val="2F7F86"/>
                </a:solidFill>
              </a:rPr>
              <a:t>ASSIGNMENT–02  |  GENERATIVE AI LAB  |  CO3 AND CO4</a:t>
            </a:r>
            <a:endParaRPr lang="en-US" sz="1600" dirty="0"/>
          </a:p>
        </p:txBody>
      </p:sp>
      <p:sp>
        <p:nvSpPr>
          <p:cNvPr id="3" name="Text 1"/>
          <p:cNvSpPr/>
          <p:nvPr/>
        </p:nvSpPr>
        <p:spPr>
          <a:xfrm>
            <a:off x="585216" y="840166"/>
            <a:ext cx="8046720" cy="1097280"/>
          </a:xfrm>
          <a:prstGeom prst="rect">
            <a:avLst/>
          </a:prstGeom>
          <a:noFill/>
          <a:ln/>
        </p:spPr>
        <p:txBody>
          <a:bodyPr wrap="square" lIns="0" tIns="0" rIns="0" bIns="0" rtlCol="0" anchor="t"/>
          <a:lstStyle/>
          <a:p>
            <a:pPr marL="0" indent="0">
              <a:buNone/>
            </a:pPr>
            <a:r>
              <a:rPr lang="en-US" sz="3200" b="1" dirty="0">
                <a:solidFill>
                  <a:srgbClr val="1F3A5F"/>
                </a:solidFill>
                <a:latin typeface="Times New Roman" pitchFamily="34" charset="0"/>
                <a:ea typeface="Times New Roman" pitchFamily="34" charset="-122"/>
                <a:cs typeface="Times New Roman" pitchFamily="34" charset="-120"/>
              </a:rPr>
              <a:t>Comparative Study and Practical Analysis of Generative AI Models</a:t>
            </a:r>
            <a:endParaRPr lang="en-US" sz="3200" dirty="0"/>
          </a:p>
        </p:txBody>
      </p:sp>
      <p:sp>
        <p:nvSpPr>
          <p:cNvPr id="4" name="Text 2"/>
          <p:cNvSpPr/>
          <p:nvPr/>
        </p:nvSpPr>
        <p:spPr>
          <a:xfrm>
            <a:off x="685800" y="2165370"/>
            <a:ext cx="4572000" cy="640080"/>
          </a:xfrm>
          <a:prstGeom prst="rect">
            <a:avLst/>
          </a:prstGeom>
          <a:noFill/>
          <a:ln/>
        </p:spPr>
        <p:txBody>
          <a:bodyPr wrap="square" lIns="0" tIns="0" rIns="0" bIns="0" rtlCol="0" anchor="t"/>
          <a:lstStyle/>
          <a:p>
            <a:pPr marL="0" indent="0">
              <a:lnSpc>
                <a:spcPct val="150000"/>
              </a:lnSpc>
              <a:buNone/>
            </a:pPr>
            <a:endParaRPr lang="en-US" sz="1500" dirty="0"/>
          </a:p>
        </p:txBody>
      </p:sp>
      <p:sp>
        <p:nvSpPr>
          <p:cNvPr id="5" name="Shape 3"/>
          <p:cNvSpPr/>
          <p:nvPr/>
        </p:nvSpPr>
        <p:spPr>
          <a:xfrm>
            <a:off x="5171108" y="3230294"/>
            <a:ext cx="3429000" cy="1627632"/>
          </a:xfrm>
          <a:prstGeom prst="roundRect">
            <a:avLst>
              <a:gd name="adj" fmla="val 5618"/>
            </a:avLst>
          </a:prstGeom>
          <a:solidFill>
            <a:srgbClr val="FFFFFF"/>
          </a:solidFill>
          <a:ln w="12700">
            <a:solidFill>
              <a:srgbClr val="FFFFFF"/>
            </a:solidFill>
            <a:prstDash val="solid"/>
          </a:ln>
        </p:spPr>
      </p:sp>
      <p:sp>
        <p:nvSpPr>
          <p:cNvPr id="6" name="Shape 4"/>
          <p:cNvSpPr/>
          <p:nvPr/>
        </p:nvSpPr>
        <p:spPr>
          <a:xfrm>
            <a:off x="5239336" y="3319799"/>
            <a:ext cx="3429000" cy="1627632"/>
          </a:xfrm>
          <a:prstGeom prst="rect">
            <a:avLst/>
          </a:prstGeom>
          <a:solidFill>
            <a:srgbClr val="FFFFFF"/>
          </a:solidFill>
          <a:ln w="12700">
            <a:solidFill>
              <a:srgbClr val="C9D3DF"/>
            </a:solidFill>
            <a:prstDash val="solid"/>
          </a:ln>
        </p:spPr>
        <p:txBody>
          <a:bodyPr/>
          <a:lstStyle/>
          <a:p>
            <a:endParaRPr lang="en-IN" dirty="0"/>
          </a:p>
        </p:txBody>
      </p:sp>
      <p:pic>
        <p:nvPicPr>
          <p:cNvPr id="7" name="Image 0" descr="Fashion-MNIST samples"/>
          <p:cNvPicPr>
            <a:picLocks noChangeAspect="1"/>
          </p:cNvPicPr>
          <p:nvPr/>
        </p:nvPicPr>
        <p:blipFill>
          <a:blip r:embed="rId3"/>
          <a:stretch>
            <a:fillRect/>
          </a:stretch>
        </p:blipFill>
        <p:spPr>
          <a:xfrm>
            <a:off x="5330776" y="3347231"/>
            <a:ext cx="3337560" cy="1572768"/>
          </a:xfrm>
          <a:prstGeom prst="rect">
            <a:avLst/>
          </a:prstGeom>
        </p:spPr>
      </p:pic>
      <p:sp>
        <p:nvSpPr>
          <p:cNvPr id="9" name="Text 6"/>
          <p:cNvSpPr/>
          <p:nvPr/>
        </p:nvSpPr>
        <p:spPr>
          <a:xfrm>
            <a:off x="548640" y="3611880"/>
            <a:ext cx="1874520" cy="777240"/>
          </a:xfrm>
          <a:prstGeom prst="rect">
            <a:avLst/>
          </a:prstGeom>
          <a:noFill/>
          <a:ln/>
        </p:spPr>
        <p:txBody>
          <a:bodyPr wrap="square" lIns="635" tIns="635" rIns="635" bIns="635" rtlCol="0" anchor="ctr"/>
          <a:lstStyle/>
          <a:p>
            <a:pPr marL="0" indent="0" algn="ctr">
              <a:buNone/>
            </a:pPr>
            <a:endParaRPr lang="en-US" sz="1600" dirty="0"/>
          </a:p>
        </p:txBody>
      </p:sp>
      <p:sp>
        <p:nvSpPr>
          <p:cNvPr id="11" name="Text 8"/>
          <p:cNvSpPr/>
          <p:nvPr/>
        </p:nvSpPr>
        <p:spPr>
          <a:xfrm>
            <a:off x="2578608" y="3611880"/>
            <a:ext cx="1874520" cy="777240"/>
          </a:xfrm>
          <a:prstGeom prst="rect">
            <a:avLst/>
          </a:prstGeom>
          <a:noFill/>
          <a:ln/>
        </p:spPr>
        <p:txBody>
          <a:bodyPr wrap="square" lIns="635" tIns="635" rIns="635" bIns="635" rtlCol="0" anchor="ctr"/>
          <a:lstStyle/>
          <a:p>
            <a:pPr marL="0" indent="0" algn="ctr">
              <a:buNone/>
            </a:pPr>
            <a:endParaRPr lang="en-US" sz="1600" dirty="0"/>
          </a:p>
        </p:txBody>
      </p:sp>
      <p:sp>
        <p:nvSpPr>
          <p:cNvPr id="13" name="Text 10"/>
          <p:cNvSpPr/>
          <p:nvPr/>
        </p:nvSpPr>
        <p:spPr>
          <a:xfrm>
            <a:off x="4608576" y="3611880"/>
            <a:ext cx="1874520" cy="777240"/>
          </a:xfrm>
          <a:prstGeom prst="rect">
            <a:avLst/>
          </a:prstGeom>
          <a:noFill/>
          <a:ln/>
        </p:spPr>
        <p:txBody>
          <a:bodyPr wrap="square" lIns="635" tIns="635" rIns="635" bIns="635" rtlCol="0" anchor="ctr"/>
          <a:lstStyle/>
          <a:p>
            <a:pPr marL="0" indent="0" algn="ctr">
              <a:buNone/>
            </a:pPr>
            <a:endParaRPr lang="en-US" sz="1600" dirty="0"/>
          </a:p>
        </p:txBody>
      </p:sp>
      <p:sp>
        <p:nvSpPr>
          <p:cNvPr id="15" name="Text 12"/>
          <p:cNvSpPr/>
          <p:nvPr/>
        </p:nvSpPr>
        <p:spPr>
          <a:xfrm>
            <a:off x="6638544" y="3611880"/>
            <a:ext cx="1874520" cy="777240"/>
          </a:xfrm>
          <a:prstGeom prst="rect">
            <a:avLst/>
          </a:prstGeom>
          <a:noFill/>
          <a:ln/>
        </p:spPr>
        <p:txBody>
          <a:bodyPr wrap="square" lIns="635" tIns="635" rIns="635" bIns="635" rtlCol="0" anchor="ctr"/>
          <a:lstStyle/>
          <a:p>
            <a:pPr marL="0" indent="0" algn="ctr">
              <a:buNone/>
            </a:pPr>
            <a:endParaRPr lang="en-US" sz="1400" dirty="0"/>
          </a:p>
        </p:txBody>
      </p:sp>
      <p:sp>
        <p:nvSpPr>
          <p:cNvPr id="16" name="Text 13"/>
          <p:cNvSpPr/>
          <p:nvPr/>
        </p:nvSpPr>
        <p:spPr>
          <a:xfrm>
            <a:off x="630936" y="3506753"/>
            <a:ext cx="4058529" cy="1316736"/>
          </a:xfrm>
          <a:prstGeom prst="rect">
            <a:avLst/>
          </a:prstGeom>
          <a:noFill/>
          <a:ln/>
        </p:spPr>
        <p:txBody>
          <a:bodyPr wrap="square" lIns="0" tIns="0" rIns="0" bIns="0" rtlCol="0" anchor="ctr"/>
          <a:lstStyle/>
          <a:p>
            <a:pPr>
              <a:lnSpc>
                <a:spcPct val="150000"/>
              </a:lnSpc>
            </a:pPr>
            <a:r>
              <a:rPr lang="en-US" sz="1600" b="1" dirty="0"/>
              <a:t>Group Members:</a:t>
            </a:r>
          </a:p>
          <a:p>
            <a:pPr>
              <a:lnSpc>
                <a:spcPct val="150000"/>
              </a:lnSpc>
            </a:pPr>
            <a:r>
              <a:rPr lang="en-US" sz="1600" b="1" dirty="0"/>
              <a:t>Sakshi Walunj - 202502110007</a:t>
            </a:r>
          </a:p>
          <a:p>
            <a:pPr>
              <a:lnSpc>
                <a:spcPct val="150000"/>
              </a:lnSpc>
            </a:pPr>
            <a:r>
              <a:rPr lang="en-US" sz="1600" b="1" dirty="0"/>
              <a:t>Dhanashri Shah - 202502110008</a:t>
            </a:r>
          </a:p>
          <a:p>
            <a:pPr>
              <a:lnSpc>
                <a:spcPct val="150000"/>
              </a:lnSpc>
            </a:pPr>
            <a:r>
              <a:rPr lang="en-US" sz="1600" b="1" dirty="0"/>
              <a:t>Shreya Bhosale - 202502110010</a:t>
            </a:r>
            <a:endParaRPr lang="en-IN" sz="1600" dirty="0"/>
          </a:p>
          <a:p>
            <a:pPr marL="0" indent="0">
              <a:buNone/>
            </a:pPr>
            <a:endParaRPr lang="en-US" sz="1600" dirty="0"/>
          </a:p>
        </p:txBody>
      </p:sp>
      <p:sp>
        <p:nvSpPr>
          <p:cNvPr id="17" name="Text 14"/>
          <p:cNvSpPr/>
          <p:nvPr/>
        </p:nvSpPr>
        <p:spPr>
          <a:xfrm>
            <a:off x="548640" y="4773168"/>
            <a:ext cx="8046720" cy="228600"/>
          </a:xfrm>
          <a:prstGeom prst="rect">
            <a:avLst/>
          </a:prstGeom>
          <a:noFill/>
          <a:ln/>
        </p:spPr>
        <p:txBody>
          <a:bodyPr wrap="square" lIns="0" tIns="0" rIns="0" bIns="0" rtlCol="0" anchor="ctr"/>
          <a:lstStyle/>
          <a:p>
            <a:pPr marL="0" indent="0">
              <a:buNone/>
            </a:pPr>
            <a:endParaRPr lang="en-US" sz="1100" dirty="0"/>
          </a:p>
        </p:txBody>
      </p:sp>
      <p:pic>
        <p:nvPicPr>
          <p:cNvPr id="23" name="Picture 22">
            <a:extLst>
              <a:ext uri="{FF2B5EF4-FFF2-40B4-BE49-F238E27FC236}">
                <a16:creationId xmlns:a16="http://schemas.microsoft.com/office/drawing/2014/main" id="{1CCF4910-5FE5-7B1F-8915-B089AF60E280}"/>
              </a:ext>
            </a:extLst>
          </p:cNvPr>
          <p:cNvPicPr>
            <a:picLocks noChangeAspect="1"/>
          </p:cNvPicPr>
          <p:nvPr/>
        </p:nvPicPr>
        <p:blipFill>
          <a:blip r:embed="rId4"/>
          <a:stretch>
            <a:fillRect/>
          </a:stretch>
        </p:blipFill>
        <p:spPr>
          <a:xfrm>
            <a:off x="493776" y="1878929"/>
            <a:ext cx="7964424" cy="960416"/>
          </a:xfrm>
          <a:prstGeom prst="rect">
            <a:avLst/>
          </a:prstGeom>
        </p:spPr>
      </p:pic>
      <p:sp>
        <p:nvSpPr>
          <p:cNvPr id="25" name="TextBox 24">
            <a:extLst>
              <a:ext uri="{FF2B5EF4-FFF2-40B4-BE49-F238E27FC236}">
                <a16:creationId xmlns:a16="http://schemas.microsoft.com/office/drawing/2014/main" id="{4960F95E-53A5-5BB4-FF3C-C7FAA4CC53A8}"/>
              </a:ext>
            </a:extLst>
          </p:cNvPr>
          <p:cNvSpPr txBox="1"/>
          <p:nvPr/>
        </p:nvSpPr>
        <p:spPr>
          <a:xfrm>
            <a:off x="5675376" y="2846805"/>
            <a:ext cx="4572000" cy="458074"/>
          </a:xfrm>
          <a:prstGeom prst="rect">
            <a:avLst/>
          </a:prstGeom>
          <a:noFill/>
        </p:spPr>
        <p:txBody>
          <a:bodyPr wrap="square">
            <a:spAutoFit/>
          </a:bodyPr>
          <a:lstStyle/>
          <a:p>
            <a:pPr>
              <a:lnSpc>
                <a:spcPct val="150000"/>
              </a:lnSpc>
            </a:pPr>
            <a:r>
              <a:rPr lang="en-US" b="1" dirty="0"/>
              <a:t>Dataset: Fashion MNIST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1F3A5F"/>
                </a:solidFill>
                <a:latin typeface="Times New Roman" pitchFamily="34" charset="0"/>
                <a:ea typeface="Times New Roman" pitchFamily="34" charset="-122"/>
                <a:cs typeface="Times New Roman" pitchFamily="34" charset="-120"/>
              </a:rPr>
              <a:t>Four models compared</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319272"/>
        </p:xfrm>
        <a:graphic>
          <a:graphicData uri="http://schemas.openxmlformats.org/drawingml/2006/table">
            <a:tbl>
              <a:tblPr/>
              <a:tblGrid>
                <a:gridCol w="10972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365760">
                <a:tc>
                  <a:txBody>
                    <a:bodyPr/>
                    <a:lstStyle/>
                    <a:p>
                      <a:pPr marL="0" indent="0">
                        <a:buNone/>
                      </a:pPr>
                      <a:endParaRPr lang="en-US" sz="1200" dirty="0"/>
                    </a:p>
                  </a:txBody>
                  <a:tcPr marL="64008" marR="64008" marT="36576" marB="36576">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rPr>
                        <a:t>Autoencoder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3A6EA5"/>
                    </a:solidFill>
                  </a:tcPr>
                </a:tc>
                <a:tc>
                  <a:txBody>
                    <a:bodyPr/>
                    <a:lstStyle/>
                    <a:p>
                      <a:pPr marL="0" indent="0" algn="ctr">
                        <a:buNone/>
                      </a:pPr>
                      <a:r>
                        <a:rPr lang="en-US" sz="1100" b="1" dirty="0">
                          <a:solidFill>
                            <a:srgbClr val="FFFFFF"/>
                          </a:solidFill>
                        </a:rPr>
                        <a:t>VAE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B7791F"/>
                    </a:solidFill>
                  </a:tcPr>
                </a:tc>
                <a:tc>
                  <a:txBody>
                    <a:bodyPr/>
                    <a:lstStyle/>
                    <a:p>
                      <a:pPr marL="0" indent="0" algn="ctr">
                        <a:buNone/>
                      </a:pPr>
                      <a:r>
                        <a:rPr lang="en-US" sz="1100" b="1" dirty="0">
                          <a:solidFill>
                            <a:srgbClr val="FFFFFF"/>
                          </a:solidFill>
                        </a:rPr>
                        <a:t>DCGAN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2F7F86"/>
                    </a:solidFill>
                  </a:tcPr>
                </a:tc>
                <a:tc>
                  <a:txBody>
                    <a:bodyPr/>
                    <a:lstStyle/>
                    <a:p>
                      <a:pPr marL="0" indent="0" algn="ctr">
                        <a:buNone/>
                      </a:pPr>
                      <a:r>
                        <a:rPr lang="en-US" sz="1100" b="1" dirty="0">
                          <a:solidFill>
                            <a:srgbClr val="FFFFFF"/>
                          </a:solidFill>
                        </a:rPr>
                        <a:t>Stable Diffusion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6A5F8F"/>
                    </a:solidFill>
                  </a:tcPr>
                </a:tc>
                <a:extLst>
                  <a:ext uri="{0D108BD9-81ED-4DB2-BD59-A6C34878D82A}">
                    <a16:rowId xmlns:a16="http://schemas.microsoft.com/office/drawing/2014/main" val="10000"/>
                  </a:ext>
                </a:extLst>
              </a:tr>
              <a:tr h="566928">
                <a:tc>
                  <a:txBody>
                    <a:bodyPr/>
                    <a:lstStyle/>
                    <a:p>
                      <a:pPr marL="0" indent="0">
                        <a:buNone/>
                      </a:pPr>
                      <a:r>
                        <a:rPr lang="en-US" sz="1100" b="1" dirty="0">
                          <a:solidFill>
                            <a:srgbClr val="1F3A5F"/>
                          </a:solidFill>
                        </a:rPr>
                        <a:t>Principle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Encoder compresses, decoder rebuilds the image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Encodes a latent distribution (mean, log-var); samples, then decodes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Generator vs discriminator trained adversarially</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Iterative denoising of latents, guided by text</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1F3A5F"/>
                          </a:solidFill>
                        </a:rPr>
                        <a:t>Components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Encoder, latent vector, decoder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Encoder, mean/log-var, sampling, decoder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Generator, discriminator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Text encoder, U-Net, scheduler, VAE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1F3A5F"/>
                          </a:solidFill>
                        </a:rPr>
                        <a:t>Advantages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Simple, fast, keeps detail</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Structured latent space, can sample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Sharp, fast generation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Detailed, text-controllable</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b="1" dirty="0">
                          <a:solidFill>
                            <a:srgbClr val="1F3A5F"/>
                          </a:solidFill>
                        </a:rPr>
                        <a:t>Limitations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Cannot generate well; loses fine detail</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Blurrier outputs; KL trade-off</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Unstable training, artefacts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Heavy compute; slow sampling</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1F3A5F"/>
                          </a:solidFill>
                        </a:rPr>
                        <a:t>Applications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Denoising, compression, anomaly detection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Representation learning, interpolation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Synthetic data, image synthesis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Text-to-image, editing, design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1F3A5F"/>
                          </a:solidFill>
                        </a:rPr>
                        <a:t>Output seen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2F7"/>
                    </a:solidFill>
                  </a:tcPr>
                </a:tc>
                <a:tc>
                  <a:txBody>
                    <a:bodyPr/>
                    <a:lstStyle/>
                    <a:p>
                      <a:pPr marL="0" indent="0">
                        <a:buNone/>
                      </a:pPr>
                      <a:r>
                        <a:rPr lang="en-US" sz="1100" dirty="0">
                          <a:solidFill>
                            <a:srgbClr val="1E2A38"/>
                          </a:solidFill>
                        </a:rPr>
                        <a:t>Sharper reconstruction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Smoother reconstruction</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28×28 gray, some artefacts</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marL="0" indent="0">
                        <a:buNone/>
                      </a:pPr>
                      <a:r>
                        <a:rPr lang="en-US" sz="1100" dirty="0">
                          <a:solidFill>
                            <a:srgbClr val="1E2A38"/>
                          </a:solidFill>
                        </a:rPr>
                        <a:t>512×512 realistic sneaker</a:t>
                      </a:r>
                      <a:endParaRPr lang="en-US" sz="1100" dirty="0"/>
                    </a:p>
                  </a:txBody>
                  <a:tcPr marL="64008" marR="6400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1F3A5F"/>
                </a:solidFill>
                <a:latin typeface="Times New Roman" pitchFamily="34" charset="0"/>
                <a:ea typeface="Times New Roman" pitchFamily="34" charset="-122"/>
                <a:cs typeface="Times New Roman" pitchFamily="34" charset="-120"/>
              </a:rPr>
              <a:t>CO3: Autoencoder vs VAE reconstruction</a:t>
            </a:r>
            <a:endParaRPr lang="en-US" sz="3000" dirty="0"/>
          </a:p>
        </p:txBody>
      </p:sp>
      <p:pic>
        <p:nvPicPr>
          <p:cNvPr id="3" name="Image 0" descr="Original, AE and VAE reconstructions"/>
          <p:cNvPicPr>
            <a:picLocks noChangeAspect="1"/>
          </p:cNvPicPr>
          <p:nvPr/>
        </p:nvPicPr>
        <p:blipFill>
          <a:blip r:embed="rId3"/>
          <a:stretch>
            <a:fillRect/>
          </a:stretch>
        </p:blipFill>
        <p:spPr>
          <a:xfrm>
            <a:off x="457200" y="1097280"/>
            <a:ext cx="5394960" cy="1951330"/>
          </a:xfrm>
          <a:prstGeom prst="rect">
            <a:avLst/>
          </a:prstGeom>
        </p:spPr>
      </p:pic>
      <p:sp>
        <p:nvSpPr>
          <p:cNvPr id="4" name="Text 1"/>
          <p:cNvSpPr/>
          <p:nvPr/>
        </p:nvSpPr>
        <p:spPr>
          <a:xfrm>
            <a:off x="457200" y="3072384"/>
            <a:ext cx="5394960" cy="228600"/>
          </a:xfrm>
          <a:prstGeom prst="rect">
            <a:avLst/>
          </a:prstGeom>
          <a:noFill/>
          <a:ln/>
        </p:spPr>
        <p:txBody>
          <a:bodyPr wrap="square" lIns="0" tIns="0" rIns="0" bIns="0" rtlCol="0" anchor="ctr"/>
          <a:lstStyle/>
          <a:p>
            <a:pPr marL="0" indent="0">
              <a:buNone/>
            </a:pPr>
            <a:r>
              <a:rPr lang="en-US" sz="1000" i="1" dirty="0">
                <a:solidFill>
                  <a:srgbClr val="5B6B7F"/>
                </a:solidFill>
              </a:rPr>
              <a:t>Rows: original, AE, VAE (same 10 test images)</a:t>
            </a:r>
            <a:endParaRPr lang="en-US" sz="1000" dirty="0"/>
          </a:p>
        </p:txBody>
      </p:sp>
      <p:graphicFrame>
        <p:nvGraphicFramePr>
          <p:cNvPr id="5" name="Chart 0"/>
          <p:cNvGraphicFramePr/>
          <p:nvPr>
            <p:extLst>
              <p:ext uri="{D42A27DB-BD31-4B8C-83A1-F6EECF244321}">
                <p14:modId xmlns:p14="http://schemas.microsoft.com/office/powerpoint/2010/main" val="3934071095"/>
              </p:ext>
            </p:extLst>
          </p:nvPr>
        </p:nvGraphicFramePr>
        <p:xfrm>
          <a:off x="5989320" y="1005840"/>
          <a:ext cx="274320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457200" y="3474720"/>
            <a:ext cx="8229600" cy="1188720"/>
          </a:xfrm>
          <a:prstGeom prst="roundRect">
            <a:avLst>
              <a:gd name="adj" fmla="val 7692"/>
            </a:avLst>
          </a:prstGeom>
          <a:solidFill>
            <a:srgbClr val="EEF2F7"/>
          </a:solidFill>
          <a:ln w="12700">
            <a:solidFill>
              <a:srgbClr val="EEF2F7"/>
            </a:solidFill>
            <a:prstDash val="solid"/>
          </a:ln>
        </p:spPr>
      </p:sp>
      <p:sp>
        <p:nvSpPr>
          <p:cNvPr id="7" name="Text 3"/>
          <p:cNvSpPr/>
          <p:nvPr/>
        </p:nvSpPr>
        <p:spPr>
          <a:xfrm>
            <a:off x="640080" y="3520440"/>
            <a:ext cx="7863840" cy="1097280"/>
          </a:xfrm>
          <a:prstGeom prst="rect">
            <a:avLst/>
          </a:prstGeom>
          <a:noFill/>
          <a:ln/>
        </p:spPr>
        <p:txBody>
          <a:bodyPr wrap="square" rtlCol="0" anchor="ctr"/>
          <a:lstStyle/>
          <a:p>
            <a:pPr marL="342900" indent="-342900">
              <a:spcAft>
                <a:spcPts val="400"/>
              </a:spcAft>
              <a:buSzPct val="100000"/>
              <a:buChar char="•"/>
            </a:pPr>
            <a:r>
              <a:rPr lang="en-US" sz="1400" dirty="0">
                <a:solidFill>
                  <a:srgbClr val="1E2A38"/>
                </a:solidFill>
              </a:rPr>
              <a:t>AE keeps more detail (plaid pattern, sandal straps); logo text is blurred in both</a:t>
            </a:r>
            <a:endParaRPr lang="en-US" sz="1400" dirty="0"/>
          </a:p>
          <a:p>
            <a:pPr marL="342900" indent="-342900">
              <a:spcAft>
                <a:spcPts val="400"/>
              </a:spcAft>
              <a:buSzPct val="100000"/>
              <a:buChar char="•"/>
            </a:pPr>
            <a:r>
              <a:rPr lang="en-US" sz="1400" dirty="0">
                <a:solidFill>
                  <a:srgbClr val="1E2A38"/>
                </a:solidFill>
              </a:rPr>
              <a:t>VAE is smoother and lower in contrast; MSE is about 44% higher</a:t>
            </a:r>
            <a:endParaRPr lang="en-US" sz="1400" dirty="0"/>
          </a:p>
          <a:p>
            <a:pPr marL="342900" indent="-342900">
              <a:spcAft>
                <a:spcPts val="400"/>
              </a:spcAft>
              <a:buSzPct val="100000"/>
              <a:buChar char="•"/>
            </a:pPr>
            <a:r>
              <a:rPr lang="en-US" sz="1400" dirty="0">
                <a:solidFill>
                  <a:srgbClr val="1E2A38"/>
                </a:solidFill>
              </a:rPr>
              <a:t>Caveat: VAE has a smaller latent (64 vs 128) and a KL penalty</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566EF-BAF2-B486-0823-2EA2E9D60D4F}"/>
              </a:ext>
            </a:extLst>
          </p:cNvPr>
          <p:cNvSpPr>
            <a:spLocks noGrp="1"/>
          </p:cNvSpPr>
          <p:nvPr>
            <p:ph type="title" idx="101"/>
          </p:nvPr>
        </p:nvSpPr>
        <p:spPr>
          <a:xfrm>
            <a:off x="516985" y="7033"/>
            <a:ext cx="8229600" cy="682283"/>
          </a:xfrm>
        </p:spPr>
        <p:txBody>
          <a:bodyPr/>
          <a:lstStyle/>
          <a:p>
            <a:br>
              <a:rPr lang="en-US" dirty="0"/>
            </a:br>
            <a:r>
              <a:rPr lang="en-US" dirty="0"/>
              <a:t>MSE and MAE loss</a:t>
            </a:r>
            <a:endParaRPr lang="en-IN" dirty="0"/>
          </a:p>
        </p:txBody>
      </p:sp>
      <p:pic>
        <p:nvPicPr>
          <p:cNvPr id="4" name="Picture 3" descr="cell14_output2.png">
            <a:extLst>
              <a:ext uri="{FF2B5EF4-FFF2-40B4-BE49-F238E27FC236}">
                <a16:creationId xmlns:a16="http://schemas.microsoft.com/office/drawing/2014/main" id="{F11C4AA8-7439-CF24-8C78-DFE74154C9B6}"/>
              </a:ext>
            </a:extLst>
          </p:cNvPr>
          <p:cNvPicPr>
            <a:picLocks noChangeAspect="1"/>
          </p:cNvPicPr>
          <p:nvPr/>
        </p:nvPicPr>
        <p:blipFill>
          <a:blip r:embed="rId2"/>
          <a:stretch>
            <a:fillRect/>
          </a:stretch>
        </p:blipFill>
        <p:spPr>
          <a:xfrm>
            <a:off x="263301" y="1434905"/>
            <a:ext cx="4308699" cy="2657354"/>
          </a:xfrm>
          <a:prstGeom prst="rect">
            <a:avLst/>
          </a:prstGeom>
        </p:spPr>
      </p:pic>
      <p:pic>
        <p:nvPicPr>
          <p:cNvPr id="6" name="Picture 5" descr="cell18_output2.png">
            <a:extLst>
              <a:ext uri="{FF2B5EF4-FFF2-40B4-BE49-F238E27FC236}">
                <a16:creationId xmlns:a16="http://schemas.microsoft.com/office/drawing/2014/main" id="{2915C8C1-5220-47E0-B7A4-9B530C606BB1}"/>
              </a:ext>
            </a:extLst>
          </p:cNvPr>
          <p:cNvPicPr>
            <a:picLocks noChangeAspect="1"/>
          </p:cNvPicPr>
          <p:nvPr/>
        </p:nvPicPr>
        <p:blipFill>
          <a:blip r:embed="rId3"/>
          <a:stretch>
            <a:fillRect/>
          </a:stretch>
        </p:blipFill>
        <p:spPr>
          <a:xfrm>
            <a:off x="4631785" y="1434905"/>
            <a:ext cx="4174585" cy="2657353"/>
          </a:xfrm>
          <a:prstGeom prst="rect">
            <a:avLst/>
          </a:prstGeom>
        </p:spPr>
      </p:pic>
    </p:spTree>
    <p:extLst>
      <p:ext uri="{BB962C8B-B14F-4D97-AF65-F5344CB8AC3E}">
        <p14:creationId xmlns:p14="http://schemas.microsoft.com/office/powerpoint/2010/main" val="4042972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1F3A5F"/>
                </a:solidFill>
                <a:latin typeface="Times New Roman" pitchFamily="34" charset="0"/>
                <a:ea typeface="Times New Roman" pitchFamily="34" charset="-122"/>
                <a:cs typeface="Times New Roman" pitchFamily="34" charset="-120"/>
              </a:rPr>
              <a:t>CO4: DCGAN vs Stable Diffusion generation</a:t>
            </a:r>
            <a:endParaRPr lang="en-US" sz="3000" dirty="0"/>
          </a:p>
        </p:txBody>
      </p:sp>
      <p:pic>
        <p:nvPicPr>
          <p:cNvPr id="3" name="Image 0" descr="DCGAN generated samples"/>
          <p:cNvPicPr>
            <a:picLocks noChangeAspect="1"/>
          </p:cNvPicPr>
          <p:nvPr/>
        </p:nvPicPr>
        <p:blipFill>
          <a:blip r:embed="rId3"/>
          <a:stretch>
            <a:fillRect/>
          </a:stretch>
        </p:blipFill>
        <p:spPr>
          <a:xfrm>
            <a:off x="457200" y="1097280"/>
            <a:ext cx="2377440" cy="2402129"/>
          </a:xfrm>
          <a:prstGeom prst="rect">
            <a:avLst/>
          </a:prstGeom>
        </p:spPr>
      </p:pic>
      <p:pic>
        <p:nvPicPr>
          <p:cNvPr id="4" name="Image 1" descr="Stable Diffusion sneaker"/>
          <p:cNvPicPr>
            <a:picLocks noChangeAspect="1"/>
          </p:cNvPicPr>
          <p:nvPr/>
        </p:nvPicPr>
        <p:blipFill>
          <a:blip r:embed="rId4"/>
          <a:stretch>
            <a:fillRect/>
          </a:stretch>
        </p:blipFill>
        <p:spPr>
          <a:xfrm>
            <a:off x="3017520" y="1097280"/>
            <a:ext cx="2377440" cy="2377440"/>
          </a:xfrm>
          <a:prstGeom prst="rect">
            <a:avLst/>
          </a:prstGeom>
        </p:spPr>
      </p:pic>
      <p:sp>
        <p:nvSpPr>
          <p:cNvPr id="5" name="Text 1"/>
          <p:cNvSpPr/>
          <p:nvPr/>
        </p:nvSpPr>
        <p:spPr>
          <a:xfrm>
            <a:off x="457200" y="3566160"/>
            <a:ext cx="2377440" cy="274320"/>
          </a:xfrm>
          <a:prstGeom prst="rect">
            <a:avLst/>
          </a:prstGeom>
          <a:noFill/>
          <a:ln/>
        </p:spPr>
        <p:txBody>
          <a:bodyPr wrap="square" lIns="0" tIns="0" rIns="0" bIns="0" rtlCol="0" anchor="ctr"/>
          <a:lstStyle/>
          <a:p>
            <a:pPr marL="0" indent="0" algn="ctr">
              <a:buNone/>
            </a:pPr>
            <a:r>
              <a:rPr lang="en-US" sz="1100" i="1" dirty="0">
                <a:solidFill>
                  <a:srgbClr val="5B6B7F"/>
                </a:solidFill>
              </a:rPr>
              <a:t>DCGAN: 28×28 gray, 15 epochs</a:t>
            </a:r>
            <a:endParaRPr lang="en-US" sz="1100" dirty="0"/>
          </a:p>
        </p:txBody>
      </p:sp>
      <p:sp>
        <p:nvSpPr>
          <p:cNvPr id="6" name="Text 2"/>
          <p:cNvSpPr/>
          <p:nvPr/>
        </p:nvSpPr>
        <p:spPr>
          <a:xfrm>
            <a:off x="3017520" y="3566160"/>
            <a:ext cx="2377440" cy="274320"/>
          </a:xfrm>
          <a:prstGeom prst="rect">
            <a:avLst/>
          </a:prstGeom>
          <a:noFill/>
          <a:ln/>
        </p:spPr>
        <p:txBody>
          <a:bodyPr wrap="square" lIns="0" tIns="0" rIns="0" bIns="0" rtlCol="0" anchor="ctr"/>
          <a:lstStyle/>
          <a:p>
            <a:pPr marL="0" indent="0" algn="ctr">
              <a:buNone/>
            </a:pPr>
            <a:r>
              <a:rPr lang="en-US" sz="1100" i="1" dirty="0">
                <a:solidFill>
                  <a:srgbClr val="5B6B7F"/>
                </a:solidFill>
              </a:rPr>
              <a:t>Stable Diffusion: 512×512, 20 steps</a:t>
            </a:r>
            <a:endParaRPr lang="en-US" sz="1100" dirty="0"/>
          </a:p>
        </p:txBody>
      </p:sp>
      <p:graphicFrame>
        <p:nvGraphicFramePr>
          <p:cNvPr id="7" name="Chart 0"/>
          <p:cNvGraphicFramePr/>
          <p:nvPr/>
        </p:nvGraphicFramePr>
        <p:xfrm>
          <a:off x="5577840" y="1005840"/>
          <a:ext cx="3154680" cy="2103120"/>
        </p:xfrm>
        <a:graphic>
          <a:graphicData uri="http://schemas.openxmlformats.org/drawingml/2006/chart">
            <c:chart xmlns:c="http://schemas.openxmlformats.org/drawingml/2006/chart" xmlns:r="http://schemas.openxmlformats.org/officeDocument/2006/relationships" r:id="rId5"/>
          </a:graphicData>
        </a:graphic>
      </p:graphicFrame>
      <p:sp>
        <p:nvSpPr>
          <p:cNvPr id="8" name="Shape 3"/>
          <p:cNvSpPr/>
          <p:nvPr/>
        </p:nvSpPr>
        <p:spPr>
          <a:xfrm>
            <a:off x="5623560" y="3200400"/>
            <a:ext cx="3063240" cy="1463040"/>
          </a:xfrm>
          <a:prstGeom prst="roundRect">
            <a:avLst>
              <a:gd name="adj" fmla="val 6250"/>
            </a:avLst>
          </a:prstGeom>
          <a:solidFill>
            <a:srgbClr val="EEF2F7"/>
          </a:solidFill>
          <a:ln w="12700">
            <a:solidFill>
              <a:srgbClr val="EEF2F7"/>
            </a:solidFill>
            <a:prstDash val="solid"/>
          </a:ln>
        </p:spPr>
      </p:sp>
      <p:sp>
        <p:nvSpPr>
          <p:cNvPr id="9" name="Text 4"/>
          <p:cNvSpPr/>
          <p:nvPr/>
        </p:nvSpPr>
        <p:spPr>
          <a:xfrm>
            <a:off x="5760720" y="3246120"/>
            <a:ext cx="2788920" cy="1371600"/>
          </a:xfrm>
          <a:prstGeom prst="rect">
            <a:avLst/>
          </a:prstGeom>
          <a:noFill/>
          <a:ln/>
        </p:spPr>
        <p:txBody>
          <a:bodyPr wrap="square" lIns="0" tIns="0" rIns="0" bIns="0" rtlCol="0" anchor="ctr"/>
          <a:lstStyle/>
          <a:p>
            <a:pPr marL="0" indent="0">
              <a:spcAft>
                <a:spcPts val="600"/>
              </a:spcAft>
              <a:buNone/>
            </a:pPr>
            <a:r>
              <a:rPr lang="en-US" sz="1400" b="1" dirty="0">
                <a:solidFill>
                  <a:srgbClr val="2F7F86"/>
                </a:solidFill>
              </a:rPr>
              <a:t>DCGAN: </a:t>
            </a:r>
            <a:r>
              <a:rPr lang="en-US" sz="1400" dirty="0">
                <a:solidFill>
                  <a:srgbClr val="1E2A38"/>
                </a:solidFill>
              </a:rPr>
              <a:t>recognisable shapes, low resolution, some noisy samples.</a:t>
            </a:r>
            <a:endParaRPr lang="en-US" sz="1400" dirty="0"/>
          </a:p>
          <a:p>
            <a:pPr marL="0" indent="0">
              <a:spcAft>
                <a:spcPts val="600"/>
              </a:spcAft>
              <a:buNone/>
            </a:pPr>
            <a:r>
              <a:rPr lang="en-US" sz="1400" b="1" dirty="0">
                <a:solidFill>
                  <a:srgbClr val="6A5F8F"/>
                </a:solidFill>
              </a:rPr>
              <a:t>Stable Diffusion: </a:t>
            </a:r>
            <a:r>
              <a:rPr lang="en-US" sz="1400" dirty="0">
                <a:solidFill>
                  <a:srgbClr val="1E2A38"/>
                </a:solidFill>
              </a:rPr>
              <a:t>realistic and prompt-faithful, but heavy compute.</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lnSpc>
                <a:spcPct val="150000"/>
              </a:lnSpc>
              <a:buNone/>
            </a:pPr>
            <a:r>
              <a:rPr lang="en-US" sz="3000" b="1" dirty="0">
                <a:solidFill>
                  <a:srgbClr val="1F3A5F"/>
                </a:solidFill>
                <a:latin typeface="Times New Roman" pitchFamily="34" charset="0"/>
                <a:ea typeface="Times New Roman" pitchFamily="34" charset="-122"/>
                <a:cs typeface="Times New Roman" pitchFamily="34" charset="-120"/>
              </a:rPr>
              <a:t>Group reflection and key takeaways</a:t>
            </a:r>
            <a:endParaRPr lang="en-US" sz="3000" dirty="0"/>
          </a:p>
        </p:txBody>
      </p:sp>
      <p:sp>
        <p:nvSpPr>
          <p:cNvPr id="3" name="Shape 1"/>
          <p:cNvSpPr/>
          <p:nvPr/>
        </p:nvSpPr>
        <p:spPr>
          <a:xfrm>
            <a:off x="457200" y="1097280"/>
            <a:ext cx="4846320" cy="1097280"/>
          </a:xfrm>
          <a:prstGeom prst="roundRect">
            <a:avLst>
              <a:gd name="adj" fmla="val 8333"/>
            </a:avLst>
          </a:prstGeom>
          <a:solidFill>
            <a:srgbClr val="EEF2F7"/>
          </a:solidFill>
          <a:ln w="12700">
            <a:solidFill>
              <a:srgbClr val="EEF2F7"/>
            </a:solidFill>
            <a:prstDash val="solid"/>
          </a:ln>
        </p:spPr>
      </p:sp>
      <p:sp>
        <p:nvSpPr>
          <p:cNvPr id="4" name="Shape 2"/>
          <p:cNvSpPr/>
          <p:nvPr/>
        </p:nvSpPr>
        <p:spPr>
          <a:xfrm>
            <a:off x="594360" y="1371600"/>
            <a:ext cx="594360" cy="594360"/>
          </a:xfrm>
          <a:prstGeom prst="ellipse">
            <a:avLst/>
          </a:prstGeom>
          <a:solidFill>
            <a:srgbClr val="3A6EA5"/>
          </a:solidFill>
          <a:ln w="12700">
            <a:solidFill>
              <a:srgbClr val="3A6EA5"/>
            </a:solidFill>
            <a:prstDash val="solid"/>
          </a:ln>
        </p:spPr>
      </p:sp>
      <p:sp>
        <p:nvSpPr>
          <p:cNvPr id="5" name="Text 3"/>
          <p:cNvSpPr/>
          <p:nvPr/>
        </p:nvSpPr>
        <p:spPr>
          <a:xfrm>
            <a:off x="594360" y="1371600"/>
            <a:ext cx="594360" cy="594360"/>
          </a:xfrm>
          <a:prstGeom prst="rect">
            <a:avLst/>
          </a:prstGeom>
          <a:noFill/>
          <a:ln/>
        </p:spPr>
        <p:txBody>
          <a:bodyPr wrap="square" lIns="0" tIns="0" rIns="0" bIns="0" rtlCol="0" anchor="ctr"/>
          <a:lstStyle/>
          <a:p>
            <a:pPr marL="0" indent="0" algn="ctr">
              <a:lnSpc>
                <a:spcPct val="150000"/>
              </a:lnSpc>
              <a:buNone/>
            </a:pPr>
            <a:r>
              <a:rPr lang="en-US" sz="1400" b="1" dirty="0">
                <a:solidFill>
                  <a:srgbClr val="FFFFFF"/>
                </a:solidFill>
              </a:rPr>
              <a:t>SW</a:t>
            </a:r>
            <a:endParaRPr lang="en-US" sz="1400" dirty="0"/>
          </a:p>
        </p:txBody>
      </p:sp>
      <p:sp>
        <p:nvSpPr>
          <p:cNvPr id="6" name="Text 4"/>
          <p:cNvSpPr/>
          <p:nvPr/>
        </p:nvSpPr>
        <p:spPr>
          <a:xfrm>
            <a:off x="1303020" y="1046285"/>
            <a:ext cx="3886200" cy="1051560"/>
          </a:xfrm>
          <a:prstGeom prst="rect">
            <a:avLst/>
          </a:prstGeom>
          <a:noFill/>
          <a:ln/>
        </p:spPr>
        <p:txBody>
          <a:bodyPr wrap="square" lIns="0" tIns="0" rIns="0" bIns="0" rtlCol="0" anchor="ctr"/>
          <a:lstStyle/>
          <a:p>
            <a:pPr marL="0" indent="0">
              <a:lnSpc>
                <a:spcPct val="150000"/>
              </a:lnSpc>
              <a:buNone/>
            </a:pPr>
            <a:r>
              <a:rPr lang="en-US" sz="1400" b="1" dirty="0">
                <a:solidFill>
                  <a:srgbClr val="1F3A5F"/>
                </a:solidFill>
              </a:rPr>
              <a:t>Sakshi Walunj - 202502110007</a:t>
            </a:r>
            <a:endParaRPr lang="en-US" sz="1400" dirty="0"/>
          </a:p>
          <a:p>
            <a:pPr marL="0" indent="0">
              <a:lnSpc>
                <a:spcPct val="150000"/>
              </a:lnSpc>
              <a:buNone/>
            </a:pPr>
            <a:r>
              <a:rPr lang="en-US" sz="1200" dirty="0">
                <a:solidFill>
                  <a:srgbClr val="1E2A38"/>
                </a:solidFill>
              </a:rPr>
              <a:t>Studied AE and VAE architectures, analysed reconstruction outputs, compared MSE and MAE, and evaluated the results.</a:t>
            </a:r>
            <a:endParaRPr lang="en-US" sz="1400" dirty="0"/>
          </a:p>
        </p:txBody>
      </p:sp>
      <p:sp>
        <p:nvSpPr>
          <p:cNvPr id="7" name="Shape 5"/>
          <p:cNvSpPr/>
          <p:nvPr/>
        </p:nvSpPr>
        <p:spPr>
          <a:xfrm>
            <a:off x="457200" y="2286000"/>
            <a:ext cx="4846320" cy="1097280"/>
          </a:xfrm>
          <a:prstGeom prst="roundRect">
            <a:avLst>
              <a:gd name="adj" fmla="val 8333"/>
            </a:avLst>
          </a:prstGeom>
          <a:solidFill>
            <a:srgbClr val="EEF2F7"/>
          </a:solidFill>
          <a:ln w="12700">
            <a:solidFill>
              <a:srgbClr val="EEF2F7"/>
            </a:solidFill>
            <a:prstDash val="solid"/>
          </a:ln>
        </p:spPr>
      </p:sp>
      <p:sp>
        <p:nvSpPr>
          <p:cNvPr id="8" name="Shape 6"/>
          <p:cNvSpPr/>
          <p:nvPr/>
        </p:nvSpPr>
        <p:spPr>
          <a:xfrm>
            <a:off x="594360" y="2560320"/>
            <a:ext cx="594360" cy="594360"/>
          </a:xfrm>
          <a:prstGeom prst="ellipse">
            <a:avLst/>
          </a:prstGeom>
          <a:solidFill>
            <a:srgbClr val="2F7F86"/>
          </a:solidFill>
          <a:ln w="12700">
            <a:solidFill>
              <a:srgbClr val="2F7F86"/>
            </a:solidFill>
            <a:prstDash val="solid"/>
          </a:ln>
        </p:spPr>
      </p:sp>
      <p:sp>
        <p:nvSpPr>
          <p:cNvPr id="9" name="Text 7"/>
          <p:cNvSpPr/>
          <p:nvPr/>
        </p:nvSpPr>
        <p:spPr>
          <a:xfrm>
            <a:off x="594360" y="2560320"/>
            <a:ext cx="594360" cy="594360"/>
          </a:xfrm>
          <a:prstGeom prst="rect">
            <a:avLst/>
          </a:prstGeom>
          <a:noFill/>
          <a:ln/>
        </p:spPr>
        <p:txBody>
          <a:bodyPr wrap="square" lIns="0" tIns="0" rIns="0" bIns="0" rtlCol="0" anchor="ctr"/>
          <a:lstStyle/>
          <a:p>
            <a:pPr marL="0" indent="0" algn="ctr">
              <a:lnSpc>
                <a:spcPct val="150000"/>
              </a:lnSpc>
              <a:buNone/>
            </a:pPr>
            <a:r>
              <a:rPr lang="en-US" sz="1400" b="1" dirty="0">
                <a:solidFill>
                  <a:srgbClr val="FFFFFF"/>
                </a:solidFill>
              </a:rPr>
              <a:t>SB</a:t>
            </a:r>
            <a:endParaRPr lang="en-US" sz="1400" dirty="0"/>
          </a:p>
        </p:txBody>
      </p:sp>
      <p:sp>
        <p:nvSpPr>
          <p:cNvPr id="10" name="Text 8"/>
          <p:cNvSpPr/>
          <p:nvPr/>
        </p:nvSpPr>
        <p:spPr>
          <a:xfrm>
            <a:off x="1303020" y="2227971"/>
            <a:ext cx="4023360" cy="1051560"/>
          </a:xfrm>
          <a:prstGeom prst="rect">
            <a:avLst/>
          </a:prstGeom>
          <a:noFill/>
          <a:ln/>
        </p:spPr>
        <p:txBody>
          <a:bodyPr wrap="square" lIns="0" tIns="0" rIns="0" bIns="0" rtlCol="0" anchor="ctr"/>
          <a:lstStyle/>
          <a:p>
            <a:pPr marL="0" indent="0">
              <a:lnSpc>
                <a:spcPct val="150000"/>
              </a:lnSpc>
              <a:buNone/>
            </a:pPr>
            <a:r>
              <a:rPr lang="en-US" sz="1400" b="1" dirty="0">
                <a:solidFill>
                  <a:srgbClr val="1F3A5F"/>
                </a:solidFill>
              </a:rPr>
              <a:t>Shreya Bhosale - 202502110008</a:t>
            </a:r>
            <a:endParaRPr lang="en-US" sz="1400" dirty="0"/>
          </a:p>
          <a:p>
            <a:pPr marL="0" indent="0">
              <a:lnSpc>
                <a:spcPct val="150000"/>
              </a:lnSpc>
              <a:buNone/>
            </a:pPr>
            <a:r>
              <a:rPr lang="en-US" sz="1200" dirty="0">
                <a:solidFill>
                  <a:srgbClr val="1E2A38"/>
                </a:solidFill>
              </a:rPr>
              <a:t>Fashion-MNIST preprocessing and DCGAN implementation; analysed generated images, training results; prepared report, PPT.</a:t>
            </a:r>
            <a:endParaRPr lang="en-US" sz="1400" dirty="0"/>
          </a:p>
        </p:txBody>
      </p:sp>
      <p:sp>
        <p:nvSpPr>
          <p:cNvPr id="11" name="Shape 9"/>
          <p:cNvSpPr/>
          <p:nvPr/>
        </p:nvSpPr>
        <p:spPr>
          <a:xfrm>
            <a:off x="480060" y="3474720"/>
            <a:ext cx="4846320" cy="1097280"/>
          </a:xfrm>
          <a:prstGeom prst="roundRect">
            <a:avLst>
              <a:gd name="adj" fmla="val 8333"/>
            </a:avLst>
          </a:prstGeom>
          <a:solidFill>
            <a:srgbClr val="EEF2F7"/>
          </a:solidFill>
          <a:ln w="12700">
            <a:solidFill>
              <a:srgbClr val="EEF2F7"/>
            </a:solidFill>
            <a:prstDash val="solid"/>
          </a:ln>
        </p:spPr>
      </p:sp>
      <p:sp>
        <p:nvSpPr>
          <p:cNvPr id="12" name="Shape 10"/>
          <p:cNvSpPr/>
          <p:nvPr/>
        </p:nvSpPr>
        <p:spPr>
          <a:xfrm>
            <a:off x="594360" y="3749040"/>
            <a:ext cx="594360" cy="594360"/>
          </a:xfrm>
          <a:prstGeom prst="ellipse">
            <a:avLst/>
          </a:prstGeom>
          <a:solidFill>
            <a:srgbClr val="6A5F8F"/>
          </a:solidFill>
          <a:ln w="12700">
            <a:solidFill>
              <a:srgbClr val="6A5F8F"/>
            </a:solidFill>
            <a:prstDash val="solid"/>
          </a:ln>
        </p:spPr>
      </p:sp>
      <p:sp>
        <p:nvSpPr>
          <p:cNvPr id="13" name="Text 11"/>
          <p:cNvSpPr/>
          <p:nvPr/>
        </p:nvSpPr>
        <p:spPr>
          <a:xfrm>
            <a:off x="594360" y="3749040"/>
            <a:ext cx="594360" cy="594360"/>
          </a:xfrm>
          <a:prstGeom prst="rect">
            <a:avLst/>
          </a:prstGeom>
          <a:noFill/>
          <a:ln/>
        </p:spPr>
        <p:txBody>
          <a:bodyPr wrap="square" lIns="0" tIns="0" rIns="0" bIns="0" rtlCol="0" anchor="ctr"/>
          <a:lstStyle/>
          <a:p>
            <a:pPr marL="0" indent="0" algn="ctr">
              <a:lnSpc>
                <a:spcPct val="150000"/>
              </a:lnSpc>
              <a:buNone/>
            </a:pPr>
            <a:r>
              <a:rPr lang="en-US" sz="1400" b="1" dirty="0">
                <a:solidFill>
                  <a:srgbClr val="FFFFFF"/>
                </a:solidFill>
              </a:rPr>
              <a:t>DS</a:t>
            </a:r>
            <a:endParaRPr lang="en-US" sz="1400" dirty="0"/>
          </a:p>
        </p:txBody>
      </p:sp>
      <p:sp>
        <p:nvSpPr>
          <p:cNvPr id="14" name="Text 12"/>
          <p:cNvSpPr/>
          <p:nvPr/>
        </p:nvSpPr>
        <p:spPr>
          <a:xfrm>
            <a:off x="1325880" y="3432517"/>
            <a:ext cx="3886200" cy="1051560"/>
          </a:xfrm>
          <a:prstGeom prst="rect">
            <a:avLst/>
          </a:prstGeom>
          <a:noFill/>
          <a:ln/>
        </p:spPr>
        <p:txBody>
          <a:bodyPr wrap="square" lIns="0" tIns="0" rIns="0" bIns="0" rtlCol="0" anchor="ctr"/>
          <a:lstStyle/>
          <a:p>
            <a:pPr marL="0" indent="0">
              <a:lnSpc>
                <a:spcPct val="150000"/>
              </a:lnSpc>
              <a:buNone/>
            </a:pPr>
            <a:r>
              <a:rPr lang="en-US" sz="1400" b="1" dirty="0">
                <a:solidFill>
                  <a:srgbClr val="1F3A5F"/>
                </a:solidFill>
              </a:rPr>
              <a:t>Dhanashri Shah - 202502110010</a:t>
            </a:r>
            <a:endParaRPr lang="en-US" sz="1400" dirty="0"/>
          </a:p>
          <a:p>
            <a:pPr marL="0" indent="0">
              <a:lnSpc>
                <a:spcPct val="150000"/>
              </a:lnSpc>
              <a:buNone/>
            </a:pPr>
            <a:r>
              <a:rPr lang="en-US" sz="1200" dirty="0">
                <a:solidFill>
                  <a:srgbClr val="1E2A38"/>
                </a:solidFill>
              </a:rPr>
              <a:t>Studied and implemented Stable Diffusion, analysed generated images and prompts, and documented the results.</a:t>
            </a:r>
            <a:endParaRPr lang="en-US" sz="1400" dirty="0"/>
          </a:p>
        </p:txBody>
      </p:sp>
      <p:sp>
        <p:nvSpPr>
          <p:cNvPr id="15" name="Shape 13"/>
          <p:cNvSpPr/>
          <p:nvPr/>
        </p:nvSpPr>
        <p:spPr>
          <a:xfrm>
            <a:off x="5486400" y="1097280"/>
            <a:ext cx="3200400" cy="1737360"/>
          </a:xfrm>
          <a:prstGeom prst="roundRect">
            <a:avLst>
              <a:gd name="adj" fmla="val 5263"/>
            </a:avLst>
          </a:prstGeom>
          <a:solidFill>
            <a:srgbClr val="E3F0F1"/>
          </a:solidFill>
          <a:ln w="12700">
            <a:solidFill>
              <a:srgbClr val="E3F0F1"/>
            </a:solidFill>
            <a:prstDash val="solid"/>
          </a:ln>
        </p:spPr>
      </p:sp>
      <p:sp>
        <p:nvSpPr>
          <p:cNvPr id="16" name="Shape 14"/>
          <p:cNvSpPr/>
          <p:nvPr/>
        </p:nvSpPr>
        <p:spPr>
          <a:xfrm>
            <a:off x="5486400" y="2926080"/>
            <a:ext cx="3200400" cy="1554480"/>
          </a:xfrm>
          <a:prstGeom prst="roundRect">
            <a:avLst>
              <a:gd name="adj" fmla="val 5882"/>
            </a:avLst>
          </a:prstGeom>
          <a:solidFill>
            <a:srgbClr val="ECEAF3"/>
          </a:solidFill>
          <a:ln w="12700">
            <a:solidFill>
              <a:srgbClr val="ECEAF3"/>
            </a:solidFill>
            <a:prstDash val="solid"/>
          </a:ln>
        </p:spPr>
      </p:sp>
      <p:sp>
        <p:nvSpPr>
          <p:cNvPr id="17" name="Text 15"/>
          <p:cNvSpPr/>
          <p:nvPr/>
        </p:nvSpPr>
        <p:spPr>
          <a:xfrm>
            <a:off x="5623560" y="1143000"/>
            <a:ext cx="2926080" cy="1645920"/>
          </a:xfrm>
          <a:prstGeom prst="rect">
            <a:avLst/>
          </a:prstGeom>
          <a:noFill/>
          <a:ln/>
        </p:spPr>
        <p:txBody>
          <a:bodyPr wrap="square" lIns="0" tIns="0" rIns="0" bIns="0" rtlCol="0" anchor="ctr"/>
          <a:lstStyle/>
          <a:p>
            <a:pPr marL="0" indent="0">
              <a:lnSpc>
                <a:spcPct val="150000"/>
              </a:lnSpc>
              <a:buNone/>
            </a:pPr>
            <a:r>
              <a:rPr lang="en-US" sz="1400" b="1" dirty="0">
                <a:solidFill>
                  <a:srgbClr val="2F7F86"/>
                </a:solidFill>
              </a:rPr>
              <a:t>AI tools and verification</a:t>
            </a:r>
            <a:endParaRPr lang="en-US" sz="1400" dirty="0"/>
          </a:p>
          <a:p>
            <a:pPr marL="0" indent="0">
              <a:lnSpc>
                <a:spcPct val="150000"/>
              </a:lnSpc>
              <a:buNone/>
            </a:pPr>
            <a:r>
              <a:rPr lang="en-US" sz="1200" dirty="0">
                <a:solidFill>
                  <a:srgbClr val="1E2A38"/>
                </a:solidFill>
              </a:rPr>
              <a:t>ChatGPT and Claude for code, explanations and drafting; Colab, Keras, PyTorch, Diffusers. Outputs checked against inputs, metrics, prompts and documentation.</a:t>
            </a:r>
            <a:endParaRPr lang="en-US" sz="1400" dirty="0"/>
          </a:p>
        </p:txBody>
      </p:sp>
      <p:sp>
        <p:nvSpPr>
          <p:cNvPr id="18" name="Text 16"/>
          <p:cNvSpPr/>
          <p:nvPr/>
        </p:nvSpPr>
        <p:spPr>
          <a:xfrm>
            <a:off x="5623560" y="2971800"/>
            <a:ext cx="2926080" cy="1463040"/>
          </a:xfrm>
          <a:prstGeom prst="rect">
            <a:avLst/>
          </a:prstGeom>
          <a:noFill/>
          <a:ln/>
        </p:spPr>
        <p:txBody>
          <a:bodyPr wrap="square" lIns="0" tIns="0" rIns="0" bIns="0" rtlCol="0" anchor="ctr"/>
          <a:lstStyle/>
          <a:p>
            <a:pPr marL="0" indent="0">
              <a:lnSpc>
                <a:spcPct val="150000"/>
              </a:lnSpc>
              <a:buNone/>
            </a:pPr>
            <a:r>
              <a:rPr lang="en-US" sz="1400" b="1" dirty="0">
                <a:solidFill>
                  <a:srgbClr val="6A5F8F"/>
                </a:solidFill>
              </a:rPr>
              <a:t>Key learning</a:t>
            </a:r>
            <a:endParaRPr lang="en-US" sz="1400" dirty="0"/>
          </a:p>
          <a:p>
            <a:pPr marL="0" indent="0">
              <a:lnSpc>
                <a:spcPct val="150000"/>
              </a:lnSpc>
              <a:buNone/>
            </a:pPr>
            <a:r>
              <a:rPr lang="en-US" sz="1200" dirty="0">
                <a:solidFill>
                  <a:srgbClr val="1E2A38"/>
                </a:solidFill>
              </a:rPr>
              <a:t>Reconstruction is not generation. AE is deterministic, VAE probabilistic, DCGAN adversarial, and diffusion denoises under text guidance.</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F"/>
                </a:solidFill>
              </a:defRPr>
            </a:lvl1pPr>
          </a:lstStyle>
          <a:p>
            <a:pPr algn="l">
              <a:lnSpc>
                <a:spcPct val="150000"/>
              </a:lnSpc>
            </a:pPr>
            <a:fld id="{F7021451-1387-4CA6-816F-3879F97B5CBC}" type="slidenum">
              <a:rPr lang="en-US" b="0"/>
              <a:pPr algn="l">
                <a:lnSpc>
                  <a:spcPct val="150000"/>
                </a:lnSpc>
              </a:pPr>
              <a:t>6</a:t>
            </a:fld>
            <a:endParaRPr lang="en-US"/>
          </a:p>
        </p:txBody>
      </p:sp>
    </p:spTree>
  </p:cSld>
  <p:clrMapOvr>
    <a:masterClrMapping/>
  </p:clrMapOvr>
</p:sld>
</file>

<file path=ppt/theme/theme1.xml><?xml version="1.0" encoding="utf-8"?>
<a:theme xmlns:a="http://schemas.openxmlformats.org/drawingml/2006/main" name="GenAI Formal">
  <a:themeElements>
    <a:clrScheme name="GenAI Formal">
      <a:dk1>
        <a:srgbClr val="1E2A38"/>
      </a:dk1>
      <a:lt1>
        <a:srgbClr val="FFFFFF"/>
      </a:lt1>
      <a:dk2>
        <a:srgbClr val="1F3A5F"/>
      </a:dk2>
      <a:lt2>
        <a:srgbClr val="EEF2F7"/>
      </a:lt2>
      <a:accent1>
        <a:srgbClr val="3A6EA5"/>
      </a:accent1>
      <a:accent2>
        <a:srgbClr val="2F7F86"/>
      </a:accent2>
      <a:accent3>
        <a:srgbClr val="B7791F"/>
      </a:accent3>
      <a:accent4>
        <a:srgbClr val="6A5F8F"/>
      </a:accent4>
      <a:accent5>
        <a:srgbClr val="5B6B7F"/>
      </a:accent5>
      <a:accent6>
        <a:srgbClr val="1F3A5F"/>
      </a:accent6>
      <a:hlink>
        <a:srgbClr val="2F7F86"/>
      </a:hlink>
      <a:folHlink>
        <a:srgbClr val="6A5F8F"/>
      </a:folHlink>
    </a:clrScheme>
    <a:fontScheme name="GenAI Formal">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812</Words>
  <Application>Microsoft Office PowerPoint</Application>
  <PresentationFormat>On-screen Show (16:9)</PresentationFormat>
  <Paragraphs>83</Paragraphs>
  <Slides>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Times New Roman</vt:lpstr>
      <vt:lpstr>GenAI Formal</vt:lpstr>
      <vt:lpstr>PowerPoint Presentation</vt:lpstr>
      <vt:lpstr>Four models compared</vt:lpstr>
      <vt:lpstr>CO3: Autoencoder vs VAE reconstruction</vt:lpstr>
      <vt:lpstr> MSE and MAE loss</vt:lpstr>
      <vt:lpstr>CO4: DCGAN vs Stable Diffusion generation</vt:lpstr>
      <vt:lpstr>Group reflection and 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Assignment-02: Comparative Study of Generative AI Models</dc:title>
  <dc:subject>PptxGenJS Presentation</dc:subject>
  <dc:creator>PptxGenJS</dc:creator>
  <cp:lastModifiedBy>Shruti Bhosale</cp:lastModifiedBy>
  <cp:revision>1</cp:revision>
  <dcterms:created xsi:type="dcterms:W3CDTF">2026-10-31T04:32:34Z</dcterms:created>
  <dcterms:modified xsi:type="dcterms:W3CDTF">2026-10-31T05:23:04Z</dcterms:modified>
</cp:coreProperties>
</file>